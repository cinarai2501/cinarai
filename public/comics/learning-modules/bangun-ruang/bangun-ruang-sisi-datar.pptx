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obby Jones" charset="1" panose="00000000000000000000"/>
      <p:regular r:id="rId16"/>
    </p:embeddedFont>
    <p:embeddedFont>
      <p:font typeface="Public Sans" charset="1" panose="00000000000000000000"/>
      <p:regular r:id="rId17"/>
    </p:embeddedFont>
    <p:embeddedFont>
      <p:font typeface="Public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6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6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6.png" Type="http://schemas.openxmlformats.org/officeDocument/2006/relationships/image"/><Relationship Id="rId7" Target="../media/image15.pn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2" Target="../media/image18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7.png" Type="http://schemas.openxmlformats.org/officeDocument/2006/relationships/image"/><Relationship Id="rId8" Target="../media/image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22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22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27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1656" y="8416935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5"/>
                </a:lnTo>
                <a:lnTo>
                  <a:pt x="0" y="777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07032" y="2042702"/>
            <a:ext cx="13273936" cy="4923251"/>
            <a:chOff x="0" y="0"/>
            <a:chExt cx="3496016" cy="12966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96016" cy="1296659"/>
            </a:xfrm>
            <a:custGeom>
              <a:avLst/>
              <a:gdLst/>
              <a:ahLst/>
              <a:cxnLst/>
              <a:rect r="r" b="b" t="t" l="l"/>
              <a:pathLst>
                <a:path h="1296659" w="3496016">
                  <a:moveTo>
                    <a:pt x="23330" y="0"/>
                  </a:moveTo>
                  <a:lnTo>
                    <a:pt x="3472686" y="0"/>
                  </a:lnTo>
                  <a:cubicBezTo>
                    <a:pt x="3485571" y="0"/>
                    <a:pt x="3496016" y="10445"/>
                    <a:pt x="3496016" y="23330"/>
                  </a:cubicBezTo>
                  <a:lnTo>
                    <a:pt x="3496016" y="1273329"/>
                  </a:lnTo>
                  <a:cubicBezTo>
                    <a:pt x="3496016" y="1286214"/>
                    <a:pt x="3485571" y="1296659"/>
                    <a:pt x="3472686" y="1296659"/>
                  </a:cubicBezTo>
                  <a:lnTo>
                    <a:pt x="23330" y="1296659"/>
                  </a:lnTo>
                  <a:cubicBezTo>
                    <a:pt x="10445" y="1296659"/>
                    <a:pt x="0" y="1286214"/>
                    <a:pt x="0" y="1273329"/>
                  </a:cubicBezTo>
                  <a:lnTo>
                    <a:pt x="0" y="23330"/>
                  </a:lnTo>
                  <a:cubicBezTo>
                    <a:pt x="0" y="10445"/>
                    <a:pt x="10445" y="0"/>
                    <a:pt x="233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96016" cy="1334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05553" y="1616556"/>
            <a:ext cx="6676895" cy="852292"/>
            <a:chOff x="0" y="0"/>
            <a:chExt cx="1758524" cy="224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8524" cy="224472"/>
            </a:xfrm>
            <a:custGeom>
              <a:avLst/>
              <a:gdLst/>
              <a:ahLst/>
              <a:cxnLst/>
              <a:rect r="r" b="b" t="t" l="l"/>
              <a:pathLst>
                <a:path h="224472" w="1758524">
                  <a:moveTo>
                    <a:pt x="28988" y="0"/>
                  </a:moveTo>
                  <a:lnTo>
                    <a:pt x="1729536" y="0"/>
                  </a:lnTo>
                  <a:cubicBezTo>
                    <a:pt x="1745545" y="0"/>
                    <a:pt x="1758524" y="12978"/>
                    <a:pt x="1758524" y="28988"/>
                  </a:cubicBezTo>
                  <a:lnTo>
                    <a:pt x="1758524" y="195484"/>
                  </a:lnTo>
                  <a:cubicBezTo>
                    <a:pt x="1758524" y="203172"/>
                    <a:pt x="1755470" y="210545"/>
                    <a:pt x="1750033" y="215982"/>
                  </a:cubicBezTo>
                  <a:cubicBezTo>
                    <a:pt x="1744597" y="221418"/>
                    <a:pt x="1737224" y="224472"/>
                    <a:pt x="1729536" y="224472"/>
                  </a:cubicBezTo>
                  <a:lnTo>
                    <a:pt x="28988" y="224472"/>
                  </a:lnTo>
                  <a:cubicBezTo>
                    <a:pt x="21300" y="224472"/>
                    <a:pt x="13927" y="221418"/>
                    <a:pt x="8490" y="215982"/>
                  </a:cubicBezTo>
                  <a:cubicBezTo>
                    <a:pt x="3054" y="210545"/>
                    <a:pt x="0" y="203172"/>
                    <a:pt x="0" y="195484"/>
                  </a:cubicBezTo>
                  <a:lnTo>
                    <a:pt x="0" y="28988"/>
                  </a:lnTo>
                  <a:cubicBezTo>
                    <a:pt x="0" y="21300"/>
                    <a:pt x="3054" y="13927"/>
                    <a:pt x="8490" y="8490"/>
                  </a:cubicBezTo>
                  <a:cubicBezTo>
                    <a:pt x="13927" y="3054"/>
                    <a:pt x="21300" y="0"/>
                    <a:pt x="28988" y="0"/>
                  </a:cubicBezTo>
                  <a:close/>
                </a:path>
              </a:pathLst>
            </a:custGeom>
            <a:solidFill>
              <a:srgbClr val="F174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58524" cy="262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61002" y="2448349"/>
            <a:ext cx="878300" cy="1161213"/>
          </a:xfrm>
          <a:custGeom>
            <a:avLst/>
            <a:gdLst/>
            <a:ahLst/>
            <a:cxnLst/>
            <a:rect r="r" b="b" t="t" l="l"/>
            <a:pathLst>
              <a:path h="1161213" w="878300">
                <a:moveTo>
                  <a:pt x="0" y="0"/>
                </a:moveTo>
                <a:lnTo>
                  <a:pt x="878300" y="0"/>
                </a:lnTo>
                <a:lnTo>
                  <a:pt x="878300" y="1161213"/>
                </a:lnTo>
                <a:lnTo>
                  <a:pt x="0" y="1161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790167" y="3609562"/>
            <a:ext cx="2918835" cy="5331205"/>
          </a:xfrm>
          <a:custGeom>
            <a:avLst/>
            <a:gdLst/>
            <a:ahLst/>
            <a:cxnLst/>
            <a:rect r="r" b="b" t="t" l="l"/>
            <a:pathLst>
              <a:path h="5331205" w="2918835">
                <a:moveTo>
                  <a:pt x="0" y="0"/>
                </a:moveTo>
                <a:lnTo>
                  <a:pt x="2918835" y="0"/>
                </a:lnTo>
                <a:lnTo>
                  <a:pt x="2918835" y="5331205"/>
                </a:lnTo>
                <a:lnTo>
                  <a:pt x="0" y="5331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5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45630" y="-1629341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3"/>
                </a:lnTo>
                <a:lnTo>
                  <a:pt x="0" y="294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09246" y="-1629341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3"/>
                </a:lnTo>
                <a:lnTo>
                  <a:pt x="0" y="294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37135" y="-1176538"/>
            <a:ext cx="3297395" cy="3136647"/>
          </a:xfrm>
          <a:custGeom>
            <a:avLst/>
            <a:gdLst/>
            <a:ahLst/>
            <a:cxnLst/>
            <a:rect r="r" b="b" t="t" l="l"/>
            <a:pathLst>
              <a:path h="3136647" w="3297395">
                <a:moveTo>
                  <a:pt x="0" y="0"/>
                </a:moveTo>
                <a:lnTo>
                  <a:pt x="3297395" y="0"/>
                </a:lnTo>
                <a:lnTo>
                  <a:pt x="3297395" y="3136647"/>
                </a:lnTo>
                <a:lnTo>
                  <a:pt x="0" y="31366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-847065" y="-1176538"/>
            <a:ext cx="3297395" cy="3136647"/>
          </a:xfrm>
          <a:custGeom>
            <a:avLst/>
            <a:gdLst/>
            <a:ahLst/>
            <a:cxnLst/>
            <a:rect r="r" b="b" t="t" l="l"/>
            <a:pathLst>
              <a:path h="3136647" w="3297395">
                <a:moveTo>
                  <a:pt x="3297395" y="0"/>
                </a:moveTo>
                <a:lnTo>
                  <a:pt x="0" y="0"/>
                </a:lnTo>
                <a:lnTo>
                  <a:pt x="0" y="3136647"/>
                </a:lnTo>
                <a:lnTo>
                  <a:pt x="3297395" y="3136647"/>
                </a:lnTo>
                <a:lnTo>
                  <a:pt x="3297395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702280" y="2585681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349083" y="5942072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464071" y="2448349"/>
            <a:ext cx="878300" cy="1161213"/>
          </a:xfrm>
          <a:custGeom>
            <a:avLst/>
            <a:gdLst/>
            <a:ahLst/>
            <a:cxnLst/>
            <a:rect r="r" b="b" t="t" l="l"/>
            <a:pathLst>
              <a:path h="1161213" w="878300">
                <a:moveTo>
                  <a:pt x="0" y="0"/>
                </a:moveTo>
                <a:lnTo>
                  <a:pt x="878299" y="0"/>
                </a:lnTo>
                <a:lnTo>
                  <a:pt x="878299" y="1161213"/>
                </a:lnTo>
                <a:lnTo>
                  <a:pt x="0" y="1161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86400" y="8230871"/>
            <a:ext cx="7315200" cy="3710801"/>
          </a:xfrm>
          <a:custGeom>
            <a:avLst/>
            <a:gdLst/>
            <a:ahLst/>
            <a:cxnLst/>
            <a:rect r="r" b="b" t="t" l="l"/>
            <a:pathLst>
              <a:path h="3710801" w="7315200">
                <a:moveTo>
                  <a:pt x="0" y="0"/>
                </a:moveTo>
                <a:lnTo>
                  <a:pt x="7315200" y="0"/>
                </a:lnTo>
                <a:lnTo>
                  <a:pt x="7315200" y="3710801"/>
                </a:lnTo>
                <a:lnTo>
                  <a:pt x="0" y="37108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95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41292" y="7842253"/>
            <a:ext cx="1469218" cy="1111263"/>
          </a:xfrm>
          <a:custGeom>
            <a:avLst/>
            <a:gdLst/>
            <a:ahLst/>
            <a:cxnLst/>
            <a:rect r="r" b="b" t="t" l="l"/>
            <a:pathLst>
              <a:path h="1111263" w="1469218">
                <a:moveTo>
                  <a:pt x="0" y="0"/>
                </a:moveTo>
                <a:lnTo>
                  <a:pt x="1469219" y="0"/>
                </a:lnTo>
                <a:lnTo>
                  <a:pt x="1469219" y="1111263"/>
                </a:lnTo>
                <a:lnTo>
                  <a:pt x="0" y="1111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9000"/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77489" y="7842253"/>
            <a:ext cx="1469218" cy="1111263"/>
          </a:xfrm>
          <a:custGeom>
            <a:avLst/>
            <a:gdLst/>
            <a:ahLst/>
            <a:cxnLst/>
            <a:rect r="r" b="b" t="t" l="l"/>
            <a:pathLst>
              <a:path h="1111263" w="1469218">
                <a:moveTo>
                  <a:pt x="0" y="0"/>
                </a:moveTo>
                <a:lnTo>
                  <a:pt x="1469219" y="0"/>
                </a:lnTo>
                <a:lnTo>
                  <a:pt x="1469219" y="1111263"/>
                </a:lnTo>
                <a:lnTo>
                  <a:pt x="0" y="11112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89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98969" y="3961268"/>
            <a:ext cx="3972724" cy="7031369"/>
          </a:xfrm>
          <a:custGeom>
            <a:avLst/>
            <a:gdLst/>
            <a:ahLst/>
            <a:cxnLst/>
            <a:rect r="r" b="b" t="t" l="l"/>
            <a:pathLst>
              <a:path h="7031369" w="3972724">
                <a:moveTo>
                  <a:pt x="0" y="0"/>
                </a:moveTo>
                <a:lnTo>
                  <a:pt x="3972723" y="0"/>
                </a:lnTo>
                <a:lnTo>
                  <a:pt x="3972723" y="7031369"/>
                </a:lnTo>
                <a:lnTo>
                  <a:pt x="0" y="703136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862192" y="4747363"/>
            <a:ext cx="10563616" cy="11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4"/>
              </a:lnSpc>
            </a:pPr>
            <a:r>
              <a:rPr lang="en-US" sz="7578">
                <a:solidFill>
                  <a:srgbClr val="7D563A"/>
                </a:solidFill>
                <a:latin typeface="Bobby Jones"/>
                <a:ea typeface="Bobby Jones"/>
                <a:cs typeface="Bobby Jones"/>
                <a:sym typeface="Bobby Jones"/>
              </a:rPr>
              <a:t>BANGUN RUANG SISI DATAR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71692" y="3078572"/>
            <a:ext cx="9544615" cy="1631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6"/>
              </a:lnSpc>
            </a:pPr>
            <a:r>
              <a:rPr lang="en-US" sz="9430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Belajar Mengenal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24103" y="1743346"/>
            <a:ext cx="6039794" cy="53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3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Matematika Sekolah Dasar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51191" y="3132466"/>
            <a:ext cx="13185617" cy="3378374"/>
            <a:chOff x="0" y="0"/>
            <a:chExt cx="3472755" cy="889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2755" cy="889777"/>
            </a:xfrm>
            <a:custGeom>
              <a:avLst/>
              <a:gdLst/>
              <a:ahLst/>
              <a:cxnLst/>
              <a:rect r="r" b="b" t="t" l="l"/>
              <a:pathLst>
                <a:path h="889777" w="3472755">
                  <a:moveTo>
                    <a:pt x="19963" y="0"/>
                  </a:moveTo>
                  <a:lnTo>
                    <a:pt x="3452792" y="0"/>
                  </a:lnTo>
                  <a:cubicBezTo>
                    <a:pt x="3458087" y="0"/>
                    <a:pt x="3463164" y="2103"/>
                    <a:pt x="3466908" y="5847"/>
                  </a:cubicBezTo>
                  <a:cubicBezTo>
                    <a:pt x="3470652" y="9591"/>
                    <a:pt x="3472755" y="14669"/>
                    <a:pt x="3472755" y="19963"/>
                  </a:cubicBezTo>
                  <a:lnTo>
                    <a:pt x="3472755" y="869814"/>
                  </a:lnTo>
                  <a:cubicBezTo>
                    <a:pt x="3472755" y="875109"/>
                    <a:pt x="3470652" y="880187"/>
                    <a:pt x="3466908" y="883930"/>
                  </a:cubicBezTo>
                  <a:cubicBezTo>
                    <a:pt x="3463164" y="887674"/>
                    <a:pt x="3458087" y="889777"/>
                    <a:pt x="3452792" y="889777"/>
                  </a:cubicBezTo>
                  <a:lnTo>
                    <a:pt x="19963" y="889777"/>
                  </a:lnTo>
                  <a:cubicBezTo>
                    <a:pt x="14669" y="889777"/>
                    <a:pt x="9591" y="887674"/>
                    <a:pt x="5847" y="883930"/>
                  </a:cubicBezTo>
                  <a:cubicBezTo>
                    <a:pt x="2103" y="880187"/>
                    <a:pt x="0" y="875109"/>
                    <a:pt x="0" y="869814"/>
                  </a:cubicBezTo>
                  <a:lnTo>
                    <a:pt x="0" y="19963"/>
                  </a:lnTo>
                  <a:cubicBezTo>
                    <a:pt x="0" y="14669"/>
                    <a:pt x="2103" y="9591"/>
                    <a:pt x="5847" y="5847"/>
                  </a:cubicBezTo>
                  <a:cubicBezTo>
                    <a:pt x="9591" y="2103"/>
                    <a:pt x="14669" y="0"/>
                    <a:pt x="1996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72755" cy="927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177987" y="4312494"/>
            <a:ext cx="11932025" cy="0"/>
          </a:xfrm>
          <a:prstGeom prst="line">
            <a:avLst/>
          </a:prstGeom>
          <a:ln cap="flat" w="19050">
            <a:solidFill>
              <a:srgbClr val="7D56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651656" y="8407410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5"/>
                </a:lnTo>
                <a:lnTo>
                  <a:pt x="0" y="777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56008" y="4015501"/>
            <a:ext cx="2691369" cy="4915742"/>
          </a:xfrm>
          <a:custGeom>
            <a:avLst/>
            <a:gdLst/>
            <a:ahLst/>
            <a:cxnLst/>
            <a:rect r="r" b="b" t="t" l="l"/>
            <a:pathLst>
              <a:path h="4915742" w="2691369">
                <a:moveTo>
                  <a:pt x="0" y="0"/>
                </a:moveTo>
                <a:lnTo>
                  <a:pt x="2691368" y="0"/>
                </a:lnTo>
                <a:lnTo>
                  <a:pt x="2691368" y="4915741"/>
                </a:lnTo>
                <a:lnTo>
                  <a:pt x="0" y="4915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5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1610" y="7212753"/>
            <a:ext cx="1350276" cy="657953"/>
          </a:xfrm>
          <a:custGeom>
            <a:avLst/>
            <a:gdLst/>
            <a:ahLst/>
            <a:cxnLst/>
            <a:rect r="r" b="b" t="t" l="l"/>
            <a:pathLst>
              <a:path h="657953" w="1350276">
                <a:moveTo>
                  <a:pt x="0" y="0"/>
                </a:moveTo>
                <a:lnTo>
                  <a:pt x="1350277" y="0"/>
                </a:lnTo>
                <a:lnTo>
                  <a:pt x="1350277" y="657953"/>
                </a:lnTo>
                <a:lnTo>
                  <a:pt x="0" y="657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274067" y="4302969"/>
            <a:ext cx="1686156" cy="4125152"/>
          </a:xfrm>
          <a:custGeom>
            <a:avLst/>
            <a:gdLst/>
            <a:ahLst/>
            <a:cxnLst/>
            <a:rect r="r" b="b" t="t" l="l"/>
            <a:pathLst>
              <a:path h="4125152" w="1686156">
                <a:moveTo>
                  <a:pt x="1686156" y="0"/>
                </a:moveTo>
                <a:lnTo>
                  <a:pt x="0" y="0"/>
                </a:lnTo>
                <a:lnTo>
                  <a:pt x="0" y="4125152"/>
                </a:lnTo>
                <a:lnTo>
                  <a:pt x="1686156" y="4125152"/>
                </a:lnTo>
                <a:lnTo>
                  <a:pt x="1686156" y="0"/>
                </a:lnTo>
                <a:close/>
              </a:path>
            </a:pathLst>
          </a:custGeom>
          <a:blipFill>
            <a:blip r:embed="rId7">
              <a:alphaModFix amt="9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44456" y="569412"/>
            <a:ext cx="1571204" cy="2594467"/>
          </a:xfrm>
          <a:custGeom>
            <a:avLst/>
            <a:gdLst/>
            <a:ahLst/>
            <a:cxnLst/>
            <a:rect r="r" b="b" t="t" l="l"/>
            <a:pathLst>
              <a:path h="2594467" w="1571204">
                <a:moveTo>
                  <a:pt x="0" y="0"/>
                </a:moveTo>
                <a:lnTo>
                  <a:pt x="1571204" y="0"/>
                </a:lnTo>
                <a:lnTo>
                  <a:pt x="1571204" y="2594468"/>
                </a:lnTo>
                <a:lnTo>
                  <a:pt x="0" y="25944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6965534" y="569412"/>
            <a:ext cx="1571204" cy="2594467"/>
          </a:xfrm>
          <a:custGeom>
            <a:avLst/>
            <a:gdLst/>
            <a:ahLst/>
            <a:cxnLst/>
            <a:rect r="r" b="b" t="t" l="l"/>
            <a:pathLst>
              <a:path h="2594467" w="1571204">
                <a:moveTo>
                  <a:pt x="1571204" y="0"/>
                </a:moveTo>
                <a:lnTo>
                  <a:pt x="0" y="0"/>
                </a:lnTo>
                <a:lnTo>
                  <a:pt x="0" y="2594468"/>
                </a:lnTo>
                <a:lnTo>
                  <a:pt x="1571204" y="2594468"/>
                </a:lnTo>
                <a:lnTo>
                  <a:pt x="1571204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77987" y="4536720"/>
            <a:ext cx="11932025" cy="95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0"/>
              </a:lnSpc>
            </a:pPr>
            <a:r>
              <a:rPr lang="en-US" sz="2553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Bangun ruang adalah sebuah bentuk geometri tiga dimensi yang memiliki panjang, lebar, tinggi, serta volume atau ruang di dalamnya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51191" y="1501111"/>
            <a:ext cx="13185617" cy="110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APA ITU BANGUN RUANG?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61886" y="3594157"/>
            <a:ext cx="7764228" cy="53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3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Pengertian Bangun Ruang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93376" y="-58957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8" y="0"/>
                </a:lnTo>
                <a:lnTo>
                  <a:pt x="2101248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486400" y="8230871"/>
            <a:ext cx="7315200" cy="3710801"/>
          </a:xfrm>
          <a:custGeom>
            <a:avLst/>
            <a:gdLst/>
            <a:ahLst/>
            <a:cxnLst/>
            <a:rect r="r" b="b" t="t" l="l"/>
            <a:pathLst>
              <a:path h="3710801" w="7315200">
                <a:moveTo>
                  <a:pt x="0" y="0"/>
                </a:moveTo>
                <a:lnTo>
                  <a:pt x="7315200" y="0"/>
                </a:lnTo>
                <a:lnTo>
                  <a:pt x="7315200" y="3710801"/>
                </a:lnTo>
                <a:lnTo>
                  <a:pt x="0" y="37108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41292" y="7842253"/>
            <a:ext cx="1469218" cy="1111263"/>
          </a:xfrm>
          <a:custGeom>
            <a:avLst/>
            <a:gdLst/>
            <a:ahLst/>
            <a:cxnLst/>
            <a:rect r="r" b="b" t="t" l="l"/>
            <a:pathLst>
              <a:path h="1111263" w="1469218">
                <a:moveTo>
                  <a:pt x="0" y="0"/>
                </a:moveTo>
                <a:lnTo>
                  <a:pt x="1469219" y="0"/>
                </a:lnTo>
                <a:lnTo>
                  <a:pt x="1469219" y="1111263"/>
                </a:lnTo>
                <a:lnTo>
                  <a:pt x="0" y="11112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89000"/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77489" y="7842253"/>
            <a:ext cx="1469218" cy="1111263"/>
          </a:xfrm>
          <a:custGeom>
            <a:avLst/>
            <a:gdLst/>
            <a:ahLst/>
            <a:cxnLst/>
            <a:rect r="r" b="b" t="t" l="l"/>
            <a:pathLst>
              <a:path h="1111263" w="1469218">
                <a:moveTo>
                  <a:pt x="0" y="0"/>
                </a:moveTo>
                <a:lnTo>
                  <a:pt x="1469219" y="0"/>
                </a:lnTo>
                <a:lnTo>
                  <a:pt x="1469219" y="1111263"/>
                </a:lnTo>
                <a:lnTo>
                  <a:pt x="0" y="11112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8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2150" y="8553546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6"/>
                </a:lnTo>
                <a:lnTo>
                  <a:pt x="0" y="777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641005"/>
            <a:ext cx="11016179" cy="4759771"/>
            <a:chOff x="0" y="0"/>
            <a:chExt cx="2944909" cy="12724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44909" cy="1272410"/>
            </a:xfrm>
            <a:custGeom>
              <a:avLst/>
              <a:gdLst/>
              <a:ahLst/>
              <a:cxnLst/>
              <a:rect r="r" b="b" t="t" l="l"/>
              <a:pathLst>
                <a:path h="1272410" w="2944909">
                  <a:moveTo>
                    <a:pt x="23894" y="0"/>
                  </a:moveTo>
                  <a:lnTo>
                    <a:pt x="2921015" y="0"/>
                  </a:lnTo>
                  <a:cubicBezTo>
                    <a:pt x="2934212" y="0"/>
                    <a:pt x="2944909" y="10698"/>
                    <a:pt x="2944909" y="23894"/>
                  </a:cubicBezTo>
                  <a:lnTo>
                    <a:pt x="2944909" y="1248515"/>
                  </a:lnTo>
                  <a:cubicBezTo>
                    <a:pt x="2944909" y="1261712"/>
                    <a:pt x="2934212" y="1272410"/>
                    <a:pt x="2921015" y="1272410"/>
                  </a:cubicBezTo>
                  <a:lnTo>
                    <a:pt x="23894" y="1272410"/>
                  </a:lnTo>
                  <a:cubicBezTo>
                    <a:pt x="10698" y="1272410"/>
                    <a:pt x="0" y="1261712"/>
                    <a:pt x="0" y="1248515"/>
                  </a:cubicBezTo>
                  <a:lnTo>
                    <a:pt x="0" y="23894"/>
                  </a:lnTo>
                  <a:cubicBezTo>
                    <a:pt x="0" y="10698"/>
                    <a:pt x="10698" y="0"/>
                    <a:pt x="2389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44909" cy="1310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655210" y="3801365"/>
            <a:ext cx="9763160" cy="0"/>
          </a:xfrm>
          <a:prstGeom prst="line">
            <a:avLst/>
          </a:prstGeom>
          <a:ln cap="flat" w="19050">
            <a:solidFill>
              <a:srgbClr val="7D56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416281" y="1499129"/>
            <a:ext cx="3743437" cy="9102408"/>
          </a:xfrm>
          <a:custGeom>
            <a:avLst/>
            <a:gdLst/>
            <a:ahLst/>
            <a:cxnLst/>
            <a:rect r="r" b="b" t="t" l="l"/>
            <a:pathLst>
              <a:path h="9102408" w="3743437">
                <a:moveTo>
                  <a:pt x="0" y="0"/>
                </a:moveTo>
                <a:lnTo>
                  <a:pt x="3743438" y="0"/>
                </a:lnTo>
                <a:lnTo>
                  <a:pt x="3743438" y="9102408"/>
                </a:lnTo>
                <a:lnTo>
                  <a:pt x="0" y="9102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76045" y="1038237"/>
            <a:ext cx="1794991" cy="1076313"/>
          </a:xfrm>
          <a:custGeom>
            <a:avLst/>
            <a:gdLst/>
            <a:ahLst/>
            <a:cxnLst/>
            <a:rect r="r" b="b" t="t" l="l"/>
            <a:pathLst>
              <a:path h="1076313" w="1794991">
                <a:moveTo>
                  <a:pt x="0" y="0"/>
                </a:moveTo>
                <a:lnTo>
                  <a:pt x="1794991" y="0"/>
                </a:lnTo>
                <a:lnTo>
                  <a:pt x="1794991" y="1076313"/>
                </a:lnTo>
                <a:lnTo>
                  <a:pt x="0" y="1076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1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51656" y="7400777"/>
            <a:ext cx="3710314" cy="3460711"/>
          </a:xfrm>
          <a:custGeom>
            <a:avLst/>
            <a:gdLst/>
            <a:ahLst/>
            <a:cxnLst/>
            <a:rect r="r" b="b" t="t" l="l"/>
            <a:pathLst>
              <a:path h="3460711" w="3710314">
                <a:moveTo>
                  <a:pt x="0" y="0"/>
                </a:moveTo>
                <a:lnTo>
                  <a:pt x="3710314" y="0"/>
                </a:lnTo>
                <a:lnTo>
                  <a:pt x="3710314" y="3460711"/>
                </a:lnTo>
                <a:lnTo>
                  <a:pt x="0" y="34607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39011" y="-58957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25762" y="-58957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24707" y="3159335"/>
            <a:ext cx="3591575" cy="6776556"/>
          </a:xfrm>
          <a:custGeom>
            <a:avLst/>
            <a:gdLst/>
            <a:ahLst/>
            <a:cxnLst/>
            <a:rect r="r" b="b" t="t" l="l"/>
            <a:pathLst>
              <a:path h="6776556" w="3591575">
                <a:moveTo>
                  <a:pt x="0" y="0"/>
                </a:moveTo>
                <a:lnTo>
                  <a:pt x="3591574" y="0"/>
                </a:lnTo>
                <a:lnTo>
                  <a:pt x="3591574" y="6776556"/>
                </a:lnTo>
                <a:lnTo>
                  <a:pt x="0" y="6776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5210" y="4021010"/>
            <a:ext cx="9763160" cy="286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189" indent="-271595" lvl="1">
              <a:lnSpc>
                <a:spcPts val="3773"/>
              </a:lnSpc>
              <a:buFont typeface="Arial"/>
              <a:buChar char="•"/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isi → bidang pembatas bangun.</a:t>
            </a:r>
          </a:p>
          <a:p>
            <a:pPr algn="l" marL="543189" indent="-271595" lvl="1">
              <a:lnSpc>
                <a:spcPts val="3773"/>
              </a:lnSpc>
              <a:buFont typeface="Arial"/>
              <a:buChar char="•"/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Rusuk → pertemuan dua sisi.</a:t>
            </a:r>
          </a:p>
          <a:p>
            <a:pPr algn="l" marL="543189" indent="-271595" lvl="1">
              <a:lnSpc>
                <a:spcPts val="3773"/>
              </a:lnSpc>
              <a:buFont typeface="Arial"/>
              <a:buChar char="•"/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Titik sudut → pertemuan beberapa rusuk.</a:t>
            </a:r>
          </a:p>
          <a:p>
            <a:pPr algn="l" marL="543189" indent="-271595" lvl="1">
              <a:lnSpc>
                <a:spcPts val="3773"/>
              </a:lnSpc>
              <a:buFont typeface="Arial"/>
              <a:buChar char="•"/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Diagonal bidang → garis pada satu sisi.</a:t>
            </a:r>
          </a:p>
          <a:p>
            <a:pPr algn="l" marL="543189" indent="-271595" lvl="1">
              <a:lnSpc>
                <a:spcPts val="3773"/>
              </a:lnSpc>
              <a:buFont typeface="Arial"/>
              <a:buChar char="•"/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Diagonal ruang → garis yang menghubungkan dua titik sudut yang berhadapan.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09650"/>
            <a:ext cx="1318561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UNS</a:t>
            </a: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UR-UNSUR BANGUN RUANG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210" y="3083135"/>
            <a:ext cx="7491638" cy="5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etiap bangun ruang memiliki: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32052" y="2641005"/>
            <a:ext cx="10118481" cy="5052045"/>
            <a:chOff x="0" y="0"/>
            <a:chExt cx="2704931" cy="1350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4931" cy="1350542"/>
            </a:xfrm>
            <a:custGeom>
              <a:avLst/>
              <a:gdLst/>
              <a:ahLst/>
              <a:cxnLst/>
              <a:rect r="r" b="b" t="t" l="l"/>
              <a:pathLst>
                <a:path h="1350542" w="2704931">
                  <a:moveTo>
                    <a:pt x="26014" y="0"/>
                  </a:moveTo>
                  <a:lnTo>
                    <a:pt x="2678917" y="0"/>
                  </a:lnTo>
                  <a:cubicBezTo>
                    <a:pt x="2693284" y="0"/>
                    <a:pt x="2704931" y="11647"/>
                    <a:pt x="2704931" y="26014"/>
                  </a:cubicBezTo>
                  <a:lnTo>
                    <a:pt x="2704931" y="1324528"/>
                  </a:lnTo>
                  <a:cubicBezTo>
                    <a:pt x="2704931" y="1331427"/>
                    <a:pt x="2702191" y="1338044"/>
                    <a:pt x="2697312" y="1342923"/>
                  </a:cubicBezTo>
                  <a:cubicBezTo>
                    <a:pt x="2692433" y="1347801"/>
                    <a:pt x="2685816" y="1350542"/>
                    <a:pt x="2678917" y="1350542"/>
                  </a:cubicBezTo>
                  <a:lnTo>
                    <a:pt x="26014" y="1350542"/>
                  </a:lnTo>
                  <a:cubicBezTo>
                    <a:pt x="19115" y="1350542"/>
                    <a:pt x="12498" y="1347801"/>
                    <a:pt x="7619" y="1342923"/>
                  </a:cubicBezTo>
                  <a:cubicBezTo>
                    <a:pt x="2741" y="1338044"/>
                    <a:pt x="0" y="1331427"/>
                    <a:pt x="0" y="1324528"/>
                  </a:cubicBezTo>
                  <a:lnTo>
                    <a:pt x="0" y="26014"/>
                  </a:lnTo>
                  <a:cubicBezTo>
                    <a:pt x="0" y="19115"/>
                    <a:pt x="2741" y="12498"/>
                    <a:pt x="7619" y="7619"/>
                  </a:cubicBezTo>
                  <a:cubicBezTo>
                    <a:pt x="12498" y="2741"/>
                    <a:pt x="19115" y="0"/>
                    <a:pt x="260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4931" cy="1388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58562" y="4017984"/>
            <a:ext cx="3745819" cy="3086100"/>
            <a:chOff x="0" y="0"/>
            <a:chExt cx="98655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6553" cy="812800"/>
            </a:xfrm>
            <a:custGeom>
              <a:avLst/>
              <a:gdLst/>
              <a:ahLst/>
              <a:cxnLst/>
              <a:rect r="r" b="b" t="t" l="l"/>
              <a:pathLst>
                <a:path h="812800" w="986553">
                  <a:moveTo>
                    <a:pt x="41336" y="0"/>
                  </a:moveTo>
                  <a:lnTo>
                    <a:pt x="945217" y="0"/>
                  </a:lnTo>
                  <a:cubicBezTo>
                    <a:pt x="956180" y="0"/>
                    <a:pt x="966694" y="4355"/>
                    <a:pt x="974446" y="12107"/>
                  </a:cubicBezTo>
                  <a:cubicBezTo>
                    <a:pt x="982198" y="19859"/>
                    <a:pt x="986553" y="30373"/>
                    <a:pt x="986553" y="41336"/>
                  </a:cubicBezTo>
                  <a:lnTo>
                    <a:pt x="986553" y="771464"/>
                  </a:lnTo>
                  <a:cubicBezTo>
                    <a:pt x="986553" y="794293"/>
                    <a:pt x="968046" y="812800"/>
                    <a:pt x="945217" y="812800"/>
                  </a:cubicBezTo>
                  <a:lnTo>
                    <a:pt x="41336" y="812800"/>
                  </a:lnTo>
                  <a:cubicBezTo>
                    <a:pt x="18507" y="812800"/>
                    <a:pt x="0" y="794293"/>
                    <a:pt x="0" y="771464"/>
                  </a:cubicBezTo>
                  <a:lnTo>
                    <a:pt x="0" y="41336"/>
                  </a:lnTo>
                  <a:cubicBezTo>
                    <a:pt x="0" y="18507"/>
                    <a:pt x="18507" y="0"/>
                    <a:pt x="41336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6553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54998" y="9131326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5"/>
                </a:lnTo>
                <a:lnTo>
                  <a:pt x="0" y="777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05622" y="4143147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8" y="0"/>
                </a:lnTo>
                <a:lnTo>
                  <a:pt x="2101248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29206" y="1723537"/>
            <a:ext cx="1179718" cy="936519"/>
          </a:xfrm>
          <a:custGeom>
            <a:avLst/>
            <a:gdLst/>
            <a:ahLst/>
            <a:cxnLst/>
            <a:rect r="r" b="b" t="t" l="l"/>
            <a:pathLst>
              <a:path h="936519" w="1179718">
                <a:moveTo>
                  <a:pt x="1179718" y="0"/>
                </a:moveTo>
                <a:lnTo>
                  <a:pt x="0" y="0"/>
                </a:lnTo>
                <a:lnTo>
                  <a:pt x="0" y="936518"/>
                </a:lnTo>
                <a:lnTo>
                  <a:pt x="1179718" y="936518"/>
                </a:lnTo>
                <a:lnTo>
                  <a:pt x="1179718" y="0"/>
                </a:lnTo>
                <a:close/>
              </a:path>
            </a:pathLst>
          </a:custGeom>
          <a:blipFill>
            <a:blip r:embed="rId6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245473" y="-342672"/>
            <a:ext cx="1612163" cy="9600972"/>
          </a:xfrm>
          <a:custGeom>
            <a:avLst/>
            <a:gdLst/>
            <a:ahLst/>
            <a:cxnLst/>
            <a:rect r="r" b="b" t="t" l="l"/>
            <a:pathLst>
              <a:path h="9600972" w="1612163">
                <a:moveTo>
                  <a:pt x="1612163" y="0"/>
                </a:moveTo>
                <a:lnTo>
                  <a:pt x="0" y="0"/>
                </a:lnTo>
                <a:lnTo>
                  <a:pt x="0" y="9600972"/>
                </a:lnTo>
                <a:lnTo>
                  <a:pt x="1612163" y="9600972"/>
                </a:lnTo>
                <a:lnTo>
                  <a:pt x="1612163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32052" y="1009650"/>
            <a:ext cx="1011848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MENGENAL KUBUS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46531" y="-1192853"/>
            <a:ext cx="1631953" cy="2624180"/>
          </a:xfrm>
          <a:custGeom>
            <a:avLst/>
            <a:gdLst/>
            <a:ahLst/>
            <a:cxnLst/>
            <a:rect r="r" b="b" t="t" l="l"/>
            <a:pathLst>
              <a:path h="2624180" w="1631953">
                <a:moveTo>
                  <a:pt x="0" y="0"/>
                </a:moveTo>
                <a:lnTo>
                  <a:pt x="1631953" y="0"/>
                </a:lnTo>
                <a:lnTo>
                  <a:pt x="1631953" y="2624180"/>
                </a:lnTo>
                <a:lnTo>
                  <a:pt x="0" y="2624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18580" y="-1192853"/>
            <a:ext cx="1631953" cy="2624180"/>
          </a:xfrm>
          <a:custGeom>
            <a:avLst/>
            <a:gdLst/>
            <a:ahLst/>
            <a:cxnLst/>
            <a:rect r="r" b="b" t="t" l="l"/>
            <a:pathLst>
              <a:path h="2624180" w="1631953">
                <a:moveTo>
                  <a:pt x="0" y="0"/>
                </a:moveTo>
                <a:lnTo>
                  <a:pt x="1631953" y="0"/>
                </a:lnTo>
                <a:lnTo>
                  <a:pt x="1631953" y="2624180"/>
                </a:lnTo>
                <a:lnTo>
                  <a:pt x="0" y="26241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7559145" y="7927384"/>
            <a:ext cx="1781559" cy="868105"/>
          </a:xfrm>
          <a:custGeom>
            <a:avLst/>
            <a:gdLst/>
            <a:ahLst/>
            <a:cxnLst/>
            <a:rect r="r" b="b" t="t" l="l"/>
            <a:pathLst>
              <a:path h="868105" w="1781559">
                <a:moveTo>
                  <a:pt x="1781560" y="0"/>
                </a:moveTo>
                <a:lnTo>
                  <a:pt x="0" y="0"/>
                </a:lnTo>
                <a:lnTo>
                  <a:pt x="0" y="868105"/>
                </a:lnTo>
                <a:lnTo>
                  <a:pt x="1781560" y="868105"/>
                </a:lnTo>
                <a:lnTo>
                  <a:pt x="17815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59300" y="7693051"/>
            <a:ext cx="1579464" cy="2880482"/>
          </a:xfrm>
          <a:custGeom>
            <a:avLst/>
            <a:gdLst/>
            <a:ahLst/>
            <a:cxnLst/>
            <a:rect r="r" b="b" t="t" l="l"/>
            <a:pathLst>
              <a:path h="2880482" w="1579464">
                <a:moveTo>
                  <a:pt x="0" y="0"/>
                </a:moveTo>
                <a:lnTo>
                  <a:pt x="1579464" y="0"/>
                </a:lnTo>
                <a:lnTo>
                  <a:pt x="1579464" y="2880482"/>
                </a:lnTo>
                <a:lnTo>
                  <a:pt x="0" y="28804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46263" y="9152553"/>
            <a:ext cx="4307593" cy="1519406"/>
          </a:xfrm>
          <a:custGeom>
            <a:avLst/>
            <a:gdLst/>
            <a:ahLst/>
            <a:cxnLst/>
            <a:rect r="r" b="b" t="t" l="l"/>
            <a:pathLst>
              <a:path h="1519406" w="4307593">
                <a:moveTo>
                  <a:pt x="0" y="0"/>
                </a:moveTo>
                <a:lnTo>
                  <a:pt x="4307593" y="0"/>
                </a:lnTo>
                <a:lnTo>
                  <a:pt x="4307593" y="1519405"/>
                </a:lnTo>
                <a:lnTo>
                  <a:pt x="0" y="15194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644294" y="4721989"/>
            <a:ext cx="1574354" cy="1678090"/>
          </a:xfrm>
          <a:custGeom>
            <a:avLst/>
            <a:gdLst/>
            <a:ahLst/>
            <a:cxnLst/>
            <a:rect r="r" b="b" t="t" l="l"/>
            <a:pathLst>
              <a:path h="1678090" w="1574354">
                <a:moveTo>
                  <a:pt x="0" y="0"/>
                </a:moveTo>
                <a:lnTo>
                  <a:pt x="1574354" y="0"/>
                </a:lnTo>
                <a:lnTo>
                  <a:pt x="1574354" y="1678090"/>
                </a:lnTo>
                <a:lnTo>
                  <a:pt x="0" y="16780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942726" y="3072765"/>
            <a:ext cx="4008251" cy="6970871"/>
          </a:xfrm>
          <a:custGeom>
            <a:avLst/>
            <a:gdLst/>
            <a:ahLst/>
            <a:cxnLst/>
            <a:rect r="r" b="b" t="t" l="l"/>
            <a:pathLst>
              <a:path h="6970871" w="4008251">
                <a:moveTo>
                  <a:pt x="0" y="0"/>
                </a:moveTo>
                <a:lnTo>
                  <a:pt x="4008251" y="0"/>
                </a:lnTo>
                <a:lnTo>
                  <a:pt x="4008251" y="6970872"/>
                </a:lnTo>
                <a:lnTo>
                  <a:pt x="0" y="69708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58562" y="3083135"/>
            <a:ext cx="7491638" cy="5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</a:t>
            </a: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ubus memiliki: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33267" y="3951309"/>
            <a:ext cx="4840296" cy="131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6 sisi ber</a:t>
            </a: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bentuk persegi.</a:t>
            </a:r>
          </a:p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12 rusuk sama panjang.</a:t>
            </a:r>
          </a:p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8 titik sudut.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33267" y="5574299"/>
            <a:ext cx="4840296" cy="44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b="true" sz="2508">
                <a:solidFill>
                  <a:srgbClr val="A25D4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Rumus: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33267" y="6117093"/>
            <a:ext cx="4840296" cy="44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Luas Permukaan = 6s²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33267" y="6662976"/>
            <a:ext cx="4840296" cy="44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Volume = s³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2842" y="2641005"/>
            <a:ext cx="11162316" cy="5052045"/>
            <a:chOff x="0" y="0"/>
            <a:chExt cx="2983976" cy="13505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83976" cy="1350542"/>
            </a:xfrm>
            <a:custGeom>
              <a:avLst/>
              <a:gdLst/>
              <a:ahLst/>
              <a:cxnLst/>
              <a:rect r="r" b="b" t="t" l="l"/>
              <a:pathLst>
                <a:path h="1350542" w="2983976">
                  <a:moveTo>
                    <a:pt x="23582" y="0"/>
                  </a:moveTo>
                  <a:lnTo>
                    <a:pt x="2960394" y="0"/>
                  </a:lnTo>
                  <a:cubicBezTo>
                    <a:pt x="2966648" y="0"/>
                    <a:pt x="2972646" y="2484"/>
                    <a:pt x="2977069" y="6907"/>
                  </a:cubicBezTo>
                  <a:cubicBezTo>
                    <a:pt x="2981491" y="11329"/>
                    <a:pt x="2983976" y="17327"/>
                    <a:pt x="2983976" y="23582"/>
                  </a:cubicBezTo>
                  <a:lnTo>
                    <a:pt x="2983976" y="1326961"/>
                  </a:lnTo>
                  <a:cubicBezTo>
                    <a:pt x="2983976" y="1333215"/>
                    <a:pt x="2981491" y="1339213"/>
                    <a:pt x="2977069" y="1343635"/>
                  </a:cubicBezTo>
                  <a:cubicBezTo>
                    <a:pt x="2972646" y="1348058"/>
                    <a:pt x="2966648" y="1350542"/>
                    <a:pt x="2960394" y="1350542"/>
                  </a:cubicBezTo>
                  <a:lnTo>
                    <a:pt x="23582" y="1350542"/>
                  </a:lnTo>
                  <a:cubicBezTo>
                    <a:pt x="17327" y="1350542"/>
                    <a:pt x="11329" y="1348058"/>
                    <a:pt x="6907" y="1343635"/>
                  </a:cubicBezTo>
                  <a:cubicBezTo>
                    <a:pt x="2484" y="1339213"/>
                    <a:pt x="0" y="1333215"/>
                    <a:pt x="0" y="1326961"/>
                  </a:cubicBezTo>
                  <a:lnTo>
                    <a:pt x="0" y="23582"/>
                  </a:lnTo>
                  <a:cubicBezTo>
                    <a:pt x="0" y="17327"/>
                    <a:pt x="2484" y="11329"/>
                    <a:pt x="6907" y="6907"/>
                  </a:cubicBezTo>
                  <a:cubicBezTo>
                    <a:pt x="11329" y="2484"/>
                    <a:pt x="17327" y="0"/>
                    <a:pt x="235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83976" cy="1388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53983" y="4017984"/>
            <a:ext cx="4132243" cy="3086100"/>
            <a:chOff x="0" y="0"/>
            <a:chExt cx="108832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8327" cy="812800"/>
            </a:xfrm>
            <a:custGeom>
              <a:avLst/>
              <a:gdLst/>
              <a:ahLst/>
              <a:cxnLst/>
              <a:rect r="r" b="b" t="t" l="l"/>
              <a:pathLst>
                <a:path h="812800" w="1088327">
                  <a:moveTo>
                    <a:pt x="37471" y="0"/>
                  </a:moveTo>
                  <a:lnTo>
                    <a:pt x="1050856" y="0"/>
                  </a:lnTo>
                  <a:cubicBezTo>
                    <a:pt x="1060794" y="0"/>
                    <a:pt x="1070325" y="3948"/>
                    <a:pt x="1077352" y="10975"/>
                  </a:cubicBezTo>
                  <a:cubicBezTo>
                    <a:pt x="1084379" y="18002"/>
                    <a:pt x="1088327" y="27533"/>
                    <a:pt x="1088327" y="37471"/>
                  </a:cubicBezTo>
                  <a:lnTo>
                    <a:pt x="1088327" y="775329"/>
                  </a:lnTo>
                  <a:cubicBezTo>
                    <a:pt x="1088327" y="785267"/>
                    <a:pt x="1084379" y="794798"/>
                    <a:pt x="1077352" y="801825"/>
                  </a:cubicBezTo>
                  <a:cubicBezTo>
                    <a:pt x="1070325" y="808852"/>
                    <a:pt x="1060794" y="812800"/>
                    <a:pt x="1050856" y="812800"/>
                  </a:cubicBezTo>
                  <a:lnTo>
                    <a:pt x="37471" y="812800"/>
                  </a:lnTo>
                  <a:cubicBezTo>
                    <a:pt x="27533" y="812800"/>
                    <a:pt x="18002" y="808852"/>
                    <a:pt x="10975" y="801825"/>
                  </a:cubicBezTo>
                  <a:cubicBezTo>
                    <a:pt x="3948" y="794798"/>
                    <a:pt x="0" y="785267"/>
                    <a:pt x="0" y="775329"/>
                  </a:cubicBezTo>
                  <a:lnTo>
                    <a:pt x="0" y="37471"/>
                  </a:lnTo>
                  <a:cubicBezTo>
                    <a:pt x="0" y="27533"/>
                    <a:pt x="3948" y="18002"/>
                    <a:pt x="10975" y="10975"/>
                  </a:cubicBezTo>
                  <a:cubicBezTo>
                    <a:pt x="18002" y="3948"/>
                    <a:pt x="27533" y="0"/>
                    <a:pt x="3747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8832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254998" y="8943435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6"/>
                </a:lnTo>
                <a:lnTo>
                  <a:pt x="0" y="777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63483" y="3387829"/>
            <a:ext cx="1227610" cy="974538"/>
          </a:xfrm>
          <a:custGeom>
            <a:avLst/>
            <a:gdLst/>
            <a:ahLst/>
            <a:cxnLst/>
            <a:rect r="r" b="b" t="t" l="l"/>
            <a:pathLst>
              <a:path h="974538" w="1227610">
                <a:moveTo>
                  <a:pt x="0" y="0"/>
                </a:moveTo>
                <a:lnTo>
                  <a:pt x="1227611" y="0"/>
                </a:lnTo>
                <a:lnTo>
                  <a:pt x="1227611" y="974538"/>
                </a:lnTo>
                <a:lnTo>
                  <a:pt x="0" y="974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496906" y="3388577"/>
            <a:ext cx="1226668" cy="973790"/>
          </a:xfrm>
          <a:custGeom>
            <a:avLst/>
            <a:gdLst/>
            <a:ahLst/>
            <a:cxnLst/>
            <a:rect r="r" b="b" t="t" l="l"/>
            <a:pathLst>
              <a:path h="973790" w="1226668">
                <a:moveTo>
                  <a:pt x="1226669" y="0"/>
                </a:moveTo>
                <a:lnTo>
                  <a:pt x="0" y="0"/>
                </a:lnTo>
                <a:lnTo>
                  <a:pt x="0" y="973790"/>
                </a:lnTo>
                <a:lnTo>
                  <a:pt x="1226669" y="973790"/>
                </a:lnTo>
                <a:lnTo>
                  <a:pt x="1226669" y="0"/>
                </a:lnTo>
                <a:close/>
              </a:path>
            </a:pathLst>
          </a:custGeom>
          <a:blipFill>
            <a:blip r:embed="rId4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32560" y="-1629341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5" y="0"/>
                </a:lnTo>
                <a:lnTo>
                  <a:pt x="1833125" y="2947663"/>
                </a:lnTo>
                <a:lnTo>
                  <a:pt x="0" y="2947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19614" y="-1629341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3"/>
                </a:lnTo>
                <a:lnTo>
                  <a:pt x="0" y="2947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018064" y="703729"/>
            <a:ext cx="1781130" cy="867896"/>
          </a:xfrm>
          <a:custGeom>
            <a:avLst/>
            <a:gdLst/>
            <a:ahLst/>
            <a:cxnLst/>
            <a:rect r="r" b="b" t="t" l="l"/>
            <a:pathLst>
              <a:path h="867896" w="1781130">
                <a:moveTo>
                  <a:pt x="0" y="0"/>
                </a:moveTo>
                <a:lnTo>
                  <a:pt x="1781130" y="0"/>
                </a:lnTo>
                <a:lnTo>
                  <a:pt x="1781130" y="867896"/>
                </a:lnTo>
                <a:lnTo>
                  <a:pt x="0" y="867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524934" y="703729"/>
            <a:ext cx="1781130" cy="867896"/>
          </a:xfrm>
          <a:custGeom>
            <a:avLst/>
            <a:gdLst/>
            <a:ahLst/>
            <a:cxnLst/>
            <a:rect r="r" b="b" t="t" l="l"/>
            <a:pathLst>
              <a:path h="867896" w="1781130">
                <a:moveTo>
                  <a:pt x="0" y="0"/>
                </a:moveTo>
                <a:lnTo>
                  <a:pt x="1781130" y="0"/>
                </a:lnTo>
                <a:lnTo>
                  <a:pt x="1781130" y="867896"/>
                </a:lnTo>
                <a:lnTo>
                  <a:pt x="0" y="867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69128" y="7104084"/>
            <a:ext cx="3710314" cy="3460711"/>
          </a:xfrm>
          <a:custGeom>
            <a:avLst/>
            <a:gdLst/>
            <a:ahLst/>
            <a:cxnLst/>
            <a:rect r="r" b="b" t="t" l="l"/>
            <a:pathLst>
              <a:path h="3460711" w="3710314">
                <a:moveTo>
                  <a:pt x="0" y="0"/>
                </a:moveTo>
                <a:lnTo>
                  <a:pt x="3710314" y="0"/>
                </a:lnTo>
                <a:lnTo>
                  <a:pt x="3710314" y="3460711"/>
                </a:lnTo>
                <a:lnTo>
                  <a:pt x="0" y="3460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5146814" y="7104084"/>
            <a:ext cx="3710314" cy="3460711"/>
          </a:xfrm>
          <a:custGeom>
            <a:avLst/>
            <a:gdLst/>
            <a:ahLst/>
            <a:cxnLst/>
            <a:rect r="r" b="b" t="t" l="l"/>
            <a:pathLst>
              <a:path h="3460711" w="3710314">
                <a:moveTo>
                  <a:pt x="3710314" y="0"/>
                </a:moveTo>
                <a:lnTo>
                  <a:pt x="0" y="0"/>
                </a:lnTo>
                <a:lnTo>
                  <a:pt x="0" y="3460711"/>
                </a:lnTo>
                <a:lnTo>
                  <a:pt x="3710314" y="3460711"/>
                </a:lnTo>
                <a:lnTo>
                  <a:pt x="3710314" y="0"/>
                </a:lnTo>
                <a:close/>
              </a:path>
            </a:pathLst>
          </a:custGeom>
          <a:blipFill>
            <a:blip r:embed="rId8">
              <a:alphaModFix amt="9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707449" y="4722454"/>
            <a:ext cx="3225310" cy="1677161"/>
          </a:xfrm>
          <a:custGeom>
            <a:avLst/>
            <a:gdLst/>
            <a:ahLst/>
            <a:cxnLst/>
            <a:rect r="r" b="b" t="t" l="l"/>
            <a:pathLst>
              <a:path h="1677161" w="3225310">
                <a:moveTo>
                  <a:pt x="0" y="0"/>
                </a:moveTo>
                <a:lnTo>
                  <a:pt x="3225310" y="0"/>
                </a:lnTo>
                <a:lnTo>
                  <a:pt x="3225310" y="1677161"/>
                </a:lnTo>
                <a:lnTo>
                  <a:pt x="0" y="16771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84760" y="1009650"/>
            <a:ext cx="10118481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MENGENAL BALOK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53983" y="3083135"/>
            <a:ext cx="8264485" cy="5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Balok</a:t>
            </a: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memiliki: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59356" y="3951309"/>
            <a:ext cx="5339627" cy="131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6 sisi ber</a:t>
            </a: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bentuk persegi panjang.</a:t>
            </a:r>
          </a:p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12 rusuk.</a:t>
            </a:r>
          </a:p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8 titik sudut.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59356" y="5574299"/>
            <a:ext cx="5339627" cy="44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b="true" sz="2508">
                <a:solidFill>
                  <a:srgbClr val="A25D4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Rumus: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59356" y="6117093"/>
            <a:ext cx="5339627" cy="44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Luas Permukaan = 2(pl + pt + lt)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59356" y="6662976"/>
            <a:ext cx="5339627" cy="44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Volume = p × l × 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41005"/>
            <a:ext cx="11830371" cy="4759771"/>
            <a:chOff x="0" y="0"/>
            <a:chExt cx="3162564" cy="12724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62564" cy="1272410"/>
            </a:xfrm>
            <a:custGeom>
              <a:avLst/>
              <a:gdLst/>
              <a:ahLst/>
              <a:cxnLst/>
              <a:rect r="r" b="b" t="t" l="l"/>
              <a:pathLst>
                <a:path h="1272410" w="3162564">
                  <a:moveTo>
                    <a:pt x="22250" y="0"/>
                  </a:moveTo>
                  <a:lnTo>
                    <a:pt x="3140314" y="0"/>
                  </a:lnTo>
                  <a:cubicBezTo>
                    <a:pt x="3146215" y="0"/>
                    <a:pt x="3151874" y="2344"/>
                    <a:pt x="3156047" y="6517"/>
                  </a:cubicBezTo>
                  <a:cubicBezTo>
                    <a:pt x="3160220" y="10690"/>
                    <a:pt x="3162564" y="16349"/>
                    <a:pt x="3162564" y="22250"/>
                  </a:cubicBezTo>
                  <a:lnTo>
                    <a:pt x="3162564" y="1250160"/>
                  </a:lnTo>
                  <a:cubicBezTo>
                    <a:pt x="3162564" y="1256061"/>
                    <a:pt x="3160220" y="1261720"/>
                    <a:pt x="3156047" y="1265893"/>
                  </a:cubicBezTo>
                  <a:cubicBezTo>
                    <a:pt x="3151874" y="1270066"/>
                    <a:pt x="3146215" y="1272410"/>
                    <a:pt x="3140314" y="1272410"/>
                  </a:cubicBezTo>
                  <a:lnTo>
                    <a:pt x="22250" y="1272410"/>
                  </a:lnTo>
                  <a:cubicBezTo>
                    <a:pt x="16349" y="1272410"/>
                    <a:pt x="10690" y="1270066"/>
                    <a:pt x="6517" y="1265893"/>
                  </a:cubicBezTo>
                  <a:cubicBezTo>
                    <a:pt x="2344" y="1261720"/>
                    <a:pt x="0" y="1256061"/>
                    <a:pt x="0" y="1250160"/>
                  </a:cubicBezTo>
                  <a:lnTo>
                    <a:pt x="0" y="22250"/>
                  </a:lnTo>
                  <a:cubicBezTo>
                    <a:pt x="0" y="16349"/>
                    <a:pt x="2344" y="10690"/>
                    <a:pt x="6517" y="6517"/>
                  </a:cubicBezTo>
                  <a:cubicBezTo>
                    <a:pt x="10690" y="2344"/>
                    <a:pt x="16349" y="0"/>
                    <a:pt x="222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62564" cy="1310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655210" y="3909019"/>
            <a:ext cx="7491638" cy="0"/>
          </a:xfrm>
          <a:prstGeom prst="line">
            <a:avLst/>
          </a:prstGeom>
          <a:ln cap="flat" w="19050">
            <a:solidFill>
              <a:srgbClr val="7D56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452284" y="3266989"/>
            <a:ext cx="2775256" cy="3507804"/>
            <a:chOff x="0" y="0"/>
            <a:chExt cx="730932" cy="923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0932" cy="923866"/>
            </a:xfrm>
            <a:custGeom>
              <a:avLst/>
              <a:gdLst/>
              <a:ahLst/>
              <a:cxnLst/>
              <a:rect r="r" b="b" t="t" l="l"/>
              <a:pathLst>
                <a:path h="923866" w="730932">
                  <a:moveTo>
                    <a:pt x="55792" y="0"/>
                  </a:moveTo>
                  <a:lnTo>
                    <a:pt x="675139" y="0"/>
                  </a:lnTo>
                  <a:cubicBezTo>
                    <a:pt x="689936" y="0"/>
                    <a:pt x="704127" y="5878"/>
                    <a:pt x="714590" y="16341"/>
                  </a:cubicBezTo>
                  <a:cubicBezTo>
                    <a:pt x="725054" y="26804"/>
                    <a:pt x="730932" y="40995"/>
                    <a:pt x="730932" y="55792"/>
                  </a:cubicBezTo>
                  <a:lnTo>
                    <a:pt x="730932" y="868074"/>
                  </a:lnTo>
                  <a:cubicBezTo>
                    <a:pt x="730932" y="898887"/>
                    <a:pt x="705953" y="923866"/>
                    <a:pt x="675139" y="923866"/>
                  </a:cubicBezTo>
                  <a:lnTo>
                    <a:pt x="55792" y="923866"/>
                  </a:lnTo>
                  <a:cubicBezTo>
                    <a:pt x="24979" y="923866"/>
                    <a:pt x="0" y="898887"/>
                    <a:pt x="0" y="868074"/>
                  </a:cubicBezTo>
                  <a:lnTo>
                    <a:pt x="0" y="55792"/>
                  </a:lnTo>
                  <a:cubicBezTo>
                    <a:pt x="0" y="24979"/>
                    <a:pt x="24979" y="0"/>
                    <a:pt x="55792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30932" cy="961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254998" y="8943435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6"/>
                </a:lnTo>
                <a:lnTo>
                  <a:pt x="0" y="777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39011" y="-58957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947948" y="-58957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99300" y="-1473832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4"/>
                </a:lnTo>
                <a:lnTo>
                  <a:pt x="0" y="2947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55494" y="4837333"/>
            <a:ext cx="1686156" cy="4125152"/>
          </a:xfrm>
          <a:custGeom>
            <a:avLst/>
            <a:gdLst/>
            <a:ahLst/>
            <a:cxnLst/>
            <a:rect r="r" b="b" t="t" l="l"/>
            <a:pathLst>
              <a:path h="4125152" w="1686156">
                <a:moveTo>
                  <a:pt x="0" y="0"/>
                </a:moveTo>
                <a:lnTo>
                  <a:pt x="1686156" y="0"/>
                </a:lnTo>
                <a:lnTo>
                  <a:pt x="1686156" y="4125152"/>
                </a:lnTo>
                <a:lnTo>
                  <a:pt x="0" y="4125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93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8535655"/>
            <a:ext cx="2911949" cy="2297792"/>
          </a:xfrm>
          <a:custGeom>
            <a:avLst/>
            <a:gdLst/>
            <a:ahLst/>
            <a:cxnLst/>
            <a:rect r="r" b="b" t="t" l="l"/>
            <a:pathLst>
              <a:path h="2297792" w="2911949">
                <a:moveTo>
                  <a:pt x="0" y="0"/>
                </a:moveTo>
                <a:lnTo>
                  <a:pt x="2911949" y="0"/>
                </a:lnTo>
                <a:lnTo>
                  <a:pt x="2911949" y="2297793"/>
                </a:lnTo>
                <a:lnTo>
                  <a:pt x="0" y="22977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38130" y="8356064"/>
            <a:ext cx="1293088" cy="978045"/>
          </a:xfrm>
          <a:custGeom>
            <a:avLst/>
            <a:gdLst/>
            <a:ahLst/>
            <a:cxnLst/>
            <a:rect r="r" b="b" t="t" l="l"/>
            <a:pathLst>
              <a:path h="978045" w="1293088">
                <a:moveTo>
                  <a:pt x="0" y="0"/>
                </a:moveTo>
                <a:lnTo>
                  <a:pt x="1293089" y="0"/>
                </a:lnTo>
                <a:lnTo>
                  <a:pt x="1293089" y="978045"/>
                </a:lnTo>
                <a:lnTo>
                  <a:pt x="0" y="978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74254" y="4203240"/>
            <a:ext cx="2131317" cy="1635302"/>
          </a:xfrm>
          <a:custGeom>
            <a:avLst/>
            <a:gdLst/>
            <a:ahLst/>
            <a:cxnLst/>
            <a:rect r="r" b="b" t="t" l="l"/>
            <a:pathLst>
              <a:path h="1635302" w="2131317">
                <a:moveTo>
                  <a:pt x="0" y="0"/>
                </a:moveTo>
                <a:lnTo>
                  <a:pt x="2131317" y="0"/>
                </a:lnTo>
                <a:lnTo>
                  <a:pt x="2131317" y="1635302"/>
                </a:lnTo>
                <a:lnTo>
                  <a:pt x="0" y="1635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360911" y="3725472"/>
            <a:ext cx="3587036" cy="6293046"/>
          </a:xfrm>
          <a:custGeom>
            <a:avLst/>
            <a:gdLst/>
            <a:ahLst/>
            <a:cxnLst/>
            <a:rect r="r" b="b" t="t" l="l"/>
            <a:pathLst>
              <a:path h="6293046" w="3587036">
                <a:moveTo>
                  <a:pt x="0" y="0"/>
                </a:moveTo>
                <a:lnTo>
                  <a:pt x="3587037" y="0"/>
                </a:lnTo>
                <a:lnTo>
                  <a:pt x="3587037" y="6293047"/>
                </a:lnTo>
                <a:lnTo>
                  <a:pt x="0" y="6293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55210" y="4128664"/>
            <a:ext cx="7491638" cy="94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Pr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isma adalah bangun ruang yang memiliki dua sisi sejajar dan kongruen.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210" y="5832425"/>
            <a:ext cx="7491638" cy="94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Vo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lume = Luas Alas × Tinggi</a:t>
            </a:r>
          </a:p>
          <a:p>
            <a:pPr algn="l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Luas Permukaan = (2 × Luas Alas) + Luas Selimut.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5210" y="5280582"/>
            <a:ext cx="7491638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515" b="true">
                <a:solidFill>
                  <a:srgbClr val="A25D4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Rumus: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009650"/>
            <a:ext cx="1101617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MENGENAL PRISMA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5210" y="3190789"/>
            <a:ext cx="7491638" cy="5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Pengertian Prisma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50847" y="2641005"/>
            <a:ext cx="11308453" cy="4759771"/>
            <a:chOff x="0" y="0"/>
            <a:chExt cx="3023042" cy="12724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23042" cy="1272410"/>
            </a:xfrm>
            <a:custGeom>
              <a:avLst/>
              <a:gdLst/>
              <a:ahLst/>
              <a:cxnLst/>
              <a:rect r="r" b="b" t="t" l="l"/>
              <a:pathLst>
                <a:path h="1272410" w="3023042">
                  <a:moveTo>
                    <a:pt x="23277" y="0"/>
                  </a:moveTo>
                  <a:lnTo>
                    <a:pt x="2999765" y="0"/>
                  </a:lnTo>
                  <a:cubicBezTo>
                    <a:pt x="3012620" y="0"/>
                    <a:pt x="3023042" y="10421"/>
                    <a:pt x="3023042" y="23277"/>
                  </a:cubicBezTo>
                  <a:lnTo>
                    <a:pt x="3023042" y="1249133"/>
                  </a:lnTo>
                  <a:cubicBezTo>
                    <a:pt x="3023042" y="1261988"/>
                    <a:pt x="3012620" y="1272410"/>
                    <a:pt x="2999765" y="1272410"/>
                  </a:cubicBezTo>
                  <a:lnTo>
                    <a:pt x="23277" y="1272410"/>
                  </a:lnTo>
                  <a:cubicBezTo>
                    <a:pt x="10421" y="1272410"/>
                    <a:pt x="0" y="1261988"/>
                    <a:pt x="0" y="1249133"/>
                  </a:cubicBezTo>
                  <a:lnTo>
                    <a:pt x="0" y="23277"/>
                  </a:lnTo>
                  <a:cubicBezTo>
                    <a:pt x="0" y="10421"/>
                    <a:pt x="10421" y="0"/>
                    <a:pt x="2327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23042" cy="1310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6548552" y="3909019"/>
            <a:ext cx="7053227" cy="0"/>
          </a:xfrm>
          <a:prstGeom prst="line">
            <a:avLst/>
          </a:prstGeom>
          <a:ln cap="flat" w="19050">
            <a:solidFill>
              <a:srgbClr val="7D56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5950847" y="1009650"/>
            <a:ext cx="1101617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MENGENAL LIMAS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886339" y="3266989"/>
            <a:ext cx="2775256" cy="3507804"/>
            <a:chOff x="0" y="0"/>
            <a:chExt cx="730932" cy="9238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0932" cy="923866"/>
            </a:xfrm>
            <a:custGeom>
              <a:avLst/>
              <a:gdLst/>
              <a:ahLst/>
              <a:cxnLst/>
              <a:rect r="r" b="b" t="t" l="l"/>
              <a:pathLst>
                <a:path h="923866" w="730932">
                  <a:moveTo>
                    <a:pt x="55792" y="0"/>
                  </a:moveTo>
                  <a:lnTo>
                    <a:pt x="675139" y="0"/>
                  </a:lnTo>
                  <a:cubicBezTo>
                    <a:pt x="689936" y="0"/>
                    <a:pt x="704127" y="5878"/>
                    <a:pt x="714590" y="16341"/>
                  </a:cubicBezTo>
                  <a:cubicBezTo>
                    <a:pt x="725054" y="26804"/>
                    <a:pt x="730932" y="40995"/>
                    <a:pt x="730932" y="55792"/>
                  </a:cubicBezTo>
                  <a:lnTo>
                    <a:pt x="730932" y="868074"/>
                  </a:lnTo>
                  <a:cubicBezTo>
                    <a:pt x="730932" y="898887"/>
                    <a:pt x="705953" y="923866"/>
                    <a:pt x="675139" y="923866"/>
                  </a:cubicBezTo>
                  <a:lnTo>
                    <a:pt x="55792" y="923866"/>
                  </a:lnTo>
                  <a:cubicBezTo>
                    <a:pt x="24979" y="923866"/>
                    <a:pt x="0" y="898887"/>
                    <a:pt x="0" y="868074"/>
                  </a:cubicBezTo>
                  <a:lnTo>
                    <a:pt x="0" y="55792"/>
                  </a:lnTo>
                  <a:cubicBezTo>
                    <a:pt x="0" y="24979"/>
                    <a:pt x="24979" y="0"/>
                    <a:pt x="55792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30932" cy="961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464309" y="1038237"/>
            <a:ext cx="1794991" cy="1076313"/>
          </a:xfrm>
          <a:custGeom>
            <a:avLst/>
            <a:gdLst/>
            <a:ahLst/>
            <a:cxnLst/>
            <a:rect r="r" b="b" t="t" l="l"/>
            <a:pathLst>
              <a:path h="1076313" w="1794991">
                <a:moveTo>
                  <a:pt x="0" y="0"/>
                </a:moveTo>
                <a:lnTo>
                  <a:pt x="1794991" y="0"/>
                </a:lnTo>
                <a:lnTo>
                  <a:pt x="1794991" y="1076313"/>
                </a:lnTo>
                <a:lnTo>
                  <a:pt x="0" y="107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922518" y="-297296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54998" y="8943435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6"/>
                </a:lnTo>
                <a:lnTo>
                  <a:pt x="0" y="7772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1871719" y="1900043"/>
            <a:ext cx="3743437" cy="9102408"/>
          </a:xfrm>
          <a:custGeom>
            <a:avLst/>
            <a:gdLst/>
            <a:ahLst/>
            <a:cxnLst/>
            <a:rect r="r" b="b" t="t" l="l"/>
            <a:pathLst>
              <a:path h="9102408" w="3743437">
                <a:moveTo>
                  <a:pt x="3743438" y="0"/>
                </a:moveTo>
                <a:lnTo>
                  <a:pt x="0" y="0"/>
                </a:lnTo>
                <a:lnTo>
                  <a:pt x="0" y="9102408"/>
                </a:lnTo>
                <a:lnTo>
                  <a:pt x="3743438" y="9102408"/>
                </a:lnTo>
                <a:lnTo>
                  <a:pt x="3743438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48227" y="-1473832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4"/>
                </a:lnTo>
                <a:lnTo>
                  <a:pt x="0" y="29476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655958" y="7526037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8" y="0"/>
                </a:lnTo>
                <a:lnTo>
                  <a:pt x="2101248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9611" y="4200474"/>
            <a:ext cx="2148712" cy="1640835"/>
          </a:xfrm>
          <a:custGeom>
            <a:avLst/>
            <a:gdLst/>
            <a:ahLst/>
            <a:cxnLst/>
            <a:rect r="r" b="b" t="t" l="l"/>
            <a:pathLst>
              <a:path h="1640835" w="2148712">
                <a:moveTo>
                  <a:pt x="0" y="0"/>
                </a:moveTo>
                <a:lnTo>
                  <a:pt x="2148712" y="0"/>
                </a:lnTo>
                <a:lnTo>
                  <a:pt x="2148712" y="1640834"/>
                </a:lnTo>
                <a:lnTo>
                  <a:pt x="0" y="16408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0677" y="3496231"/>
            <a:ext cx="4010094" cy="6416151"/>
          </a:xfrm>
          <a:custGeom>
            <a:avLst/>
            <a:gdLst/>
            <a:ahLst/>
            <a:cxnLst/>
            <a:rect r="r" b="b" t="t" l="l"/>
            <a:pathLst>
              <a:path h="6416151" w="4010094">
                <a:moveTo>
                  <a:pt x="0" y="0"/>
                </a:moveTo>
                <a:lnTo>
                  <a:pt x="4010095" y="0"/>
                </a:lnTo>
                <a:lnTo>
                  <a:pt x="4010095" y="6416150"/>
                </a:lnTo>
                <a:lnTo>
                  <a:pt x="0" y="6416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548552" y="4128664"/>
            <a:ext cx="7053227" cy="94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imas memiliki satu alas dan beberapa sisi tegak berbentuk segitiga.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8552" y="5832425"/>
            <a:ext cx="7053227" cy="94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Vo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lume = ⅓ × Luas Alas × Tinggi</a:t>
            </a:r>
          </a:p>
          <a:p>
            <a:pPr algn="l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Luas Permukaan = Luas Alas + Luas Sisi Tegak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48552" y="5280582"/>
            <a:ext cx="7053227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3"/>
              </a:lnSpc>
            </a:pPr>
            <a:r>
              <a:rPr lang="en-US" sz="2515" b="true">
                <a:solidFill>
                  <a:srgbClr val="A25D4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Rumus: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8552" y="3190789"/>
            <a:ext cx="7053227" cy="53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7D56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Pengertian Limas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0486" y="2641005"/>
            <a:ext cx="12227029" cy="5281689"/>
            <a:chOff x="0" y="0"/>
            <a:chExt cx="3268601" cy="1411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8601" cy="1411932"/>
            </a:xfrm>
            <a:custGeom>
              <a:avLst/>
              <a:gdLst/>
              <a:ahLst/>
              <a:cxnLst/>
              <a:rect r="r" b="b" t="t" l="l"/>
              <a:pathLst>
                <a:path h="1411932" w="3268601">
                  <a:moveTo>
                    <a:pt x="21528" y="0"/>
                  </a:moveTo>
                  <a:lnTo>
                    <a:pt x="3247073" y="0"/>
                  </a:lnTo>
                  <a:cubicBezTo>
                    <a:pt x="3252782" y="0"/>
                    <a:pt x="3258258" y="2268"/>
                    <a:pt x="3262295" y="6305"/>
                  </a:cubicBezTo>
                  <a:cubicBezTo>
                    <a:pt x="3266333" y="10343"/>
                    <a:pt x="3268601" y="15819"/>
                    <a:pt x="3268601" y="21528"/>
                  </a:cubicBezTo>
                  <a:lnTo>
                    <a:pt x="3268601" y="1390404"/>
                  </a:lnTo>
                  <a:cubicBezTo>
                    <a:pt x="3268601" y="1402293"/>
                    <a:pt x="3258962" y="1411932"/>
                    <a:pt x="3247073" y="1411932"/>
                  </a:cubicBezTo>
                  <a:lnTo>
                    <a:pt x="21528" y="1411932"/>
                  </a:lnTo>
                  <a:cubicBezTo>
                    <a:pt x="9638" y="1411932"/>
                    <a:pt x="0" y="1402293"/>
                    <a:pt x="0" y="1390404"/>
                  </a:cubicBezTo>
                  <a:lnTo>
                    <a:pt x="0" y="21528"/>
                  </a:lnTo>
                  <a:cubicBezTo>
                    <a:pt x="0" y="9638"/>
                    <a:pt x="9638" y="0"/>
                    <a:pt x="2152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268601" cy="1450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02277" y="3200311"/>
            <a:ext cx="3450012" cy="664401"/>
            <a:chOff x="0" y="0"/>
            <a:chExt cx="908645" cy="1749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8645" cy="174986"/>
            </a:xfrm>
            <a:custGeom>
              <a:avLst/>
              <a:gdLst/>
              <a:ahLst/>
              <a:cxnLst/>
              <a:rect r="r" b="b" t="t" l="l"/>
              <a:pathLst>
                <a:path h="174986" w="908645">
                  <a:moveTo>
                    <a:pt x="35904" y="0"/>
                  </a:moveTo>
                  <a:lnTo>
                    <a:pt x="872741" y="0"/>
                  </a:lnTo>
                  <a:cubicBezTo>
                    <a:pt x="892570" y="0"/>
                    <a:pt x="908645" y="16075"/>
                    <a:pt x="908645" y="35904"/>
                  </a:cubicBezTo>
                  <a:lnTo>
                    <a:pt x="908645" y="139082"/>
                  </a:lnTo>
                  <a:cubicBezTo>
                    <a:pt x="908645" y="148604"/>
                    <a:pt x="904862" y="157737"/>
                    <a:pt x="898129" y="164470"/>
                  </a:cubicBezTo>
                  <a:cubicBezTo>
                    <a:pt x="891395" y="171204"/>
                    <a:pt x="882263" y="174986"/>
                    <a:pt x="872741" y="174986"/>
                  </a:cubicBezTo>
                  <a:lnTo>
                    <a:pt x="35904" y="174986"/>
                  </a:lnTo>
                  <a:cubicBezTo>
                    <a:pt x="16075" y="174986"/>
                    <a:pt x="0" y="158911"/>
                    <a:pt x="0" y="139082"/>
                  </a:cubicBezTo>
                  <a:lnTo>
                    <a:pt x="0" y="35904"/>
                  </a:lnTo>
                  <a:cubicBezTo>
                    <a:pt x="0" y="26382"/>
                    <a:pt x="3783" y="17250"/>
                    <a:pt x="10516" y="10516"/>
                  </a:cubicBezTo>
                  <a:cubicBezTo>
                    <a:pt x="17250" y="3783"/>
                    <a:pt x="26382" y="0"/>
                    <a:pt x="35904" y="0"/>
                  </a:cubicBezTo>
                  <a:close/>
                </a:path>
              </a:pathLst>
            </a:custGeom>
            <a:solidFill>
              <a:srgbClr val="A25D4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908645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02277" y="4077133"/>
            <a:ext cx="3450012" cy="664401"/>
            <a:chOff x="0" y="0"/>
            <a:chExt cx="908645" cy="1749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8645" cy="174986"/>
            </a:xfrm>
            <a:custGeom>
              <a:avLst/>
              <a:gdLst/>
              <a:ahLst/>
              <a:cxnLst/>
              <a:rect r="r" b="b" t="t" l="l"/>
              <a:pathLst>
                <a:path h="174986" w="908645">
                  <a:moveTo>
                    <a:pt x="35904" y="0"/>
                  </a:moveTo>
                  <a:lnTo>
                    <a:pt x="872741" y="0"/>
                  </a:lnTo>
                  <a:cubicBezTo>
                    <a:pt x="892570" y="0"/>
                    <a:pt x="908645" y="16075"/>
                    <a:pt x="908645" y="35904"/>
                  </a:cubicBezTo>
                  <a:lnTo>
                    <a:pt x="908645" y="139082"/>
                  </a:lnTo>
                  <a:cubicBezTo>
                    <a:pt x="908645" y="148604"/>
                    <a:pt x="904862" y="157737"/>
                    <a:pt x="898129" y="164470"/>
                  </a:cubicBezTo>
                  <a:cubicBezTo>
                    <a:pt x="891395" y="171204"/>
                    <a:pt x="882263" y="174986"/>
                    <a:pt x="872741" y="174986"/>
                  </a:cubicBezTo>
                  <a:lnTo>
                    <a:pt x="35904" y="174986"/>
                  </a:lnTo>
                  <a:cubicBezTo>
                    <a:pt x="16075" y="174986"/>
                    <a:pt x="0" y="158911"/>
                    <a:pt x="0" y="139082"/>
                  </a:cubicBezTo>
                  <a:lnTo>
                    <a:pt x="0" y="35904"/>
                  </a:lnTo>
                  <a:cubicBezTo>
                    <a:pt x="0" y="26382"/>
                    <a:pt x="3783" y="17250"/>
                    <a:pt x="10516" y="10516"/>
                  </a:cubicBezTo>
                  <a:cubicBezTo>
                    <a:pt x="17250" y="3783"/>
                    <a:pt x="26382" y="0"/>
                    <a:pt x="35904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908645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02277" y="4951085"/>
            <a:ext cx="3450012" cy="664401"/>
            <a:chOff x="0" y="0"/>
            <a:chExt cx="908645" cy="1749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8645" cy="174986"/>
            </a:xfrm>
            <a:custGeom>
              <a:avLst/>
              <a:gdLst/>
              <a:ahLst/>
              <a:cxnLst/>
              <a:rect r="r" b="b" t="t" l="l"/>
              <a:pathLst>
                <a:path h="174986" w="908645">
                  <a:moveTo>
                    <a:pt x="35904" y="0"/>
                  </a:moveTo>
                  <a:lnTo>
                    <a:pt x="872741" y="0"/>
                  </a:lnTo>
                  <a:cubicBezTo>
                    <a:pt x="892570" y="0"/>
                    <a:pt x="908645" y="16075"/>
                    <a:pt x="908645" y="35904"/>
                  </a:cubicBezTo>
                  <a:lnTo>
                    <a:pt x="908645" y="139082"/>
                  </a:lnTo>
                  <a:cubicBezTo>
                    <a:pt x="908645" y="148604"/>
                    <a:pt x="904862" y="157737"/>
                    <a:pt x="898129" y="164470"/>
                  </a:cubicBezTo>
                  <a:cubicBezTo>
                    <a:pt x="891395" y="171204"/>
                    <a:pt x="882263" y="174986"/>
                    <a:pt x="872741" y="174986"/>
                  </a:cubicBezTo>
                  <a:lnTo>
                    <a:pt x="35904" y="174986"/>
                  </a:lnTo>
                  <a:cubicBezTo>
                    <a:pt x="16075" y="174986"/>
                    <a:pt x="0" y="158911"/>
                    <a:pt x="0" y="139082"/>
                  </a:cubicBezTo>
                  <a:lnTo>
                    <a:pt x="0" y="35904"/>
                  </a:lnTo>
                  <a:cubicBezTo>
                    <a:pt x="0" y="26382"/>
                    <a:pt x="3783" y="17250"/>
                    <a:pt x="10516" y="10516"/>
                  </a:cubicBezTo>
                  <a:cubicBezTo>
                    <a:pt x="17250" y="3783"/>
                    <a:pt x="26382" y="0"/>
                    <a:pt x="35904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908645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02277" y="5825036"/>
            <a:ext cx="3450012" cy="664401"/>
            <a:chOff x="0" y="0"/>
            <a:chExt cx="908645" cy="1749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8645" cy="174986"/>
            </a:xfrm>
            <a:custGeom>
              <a:avLst/>
              <a:gdLst/>
              <a:ahLst/>
              <a:cxnLst/>
              <a:rect r="r" b="b" t="t" l="l"/>
              <a:pathLst>
                <a:path h="174986" w="908645">
                  <a:moveTo>
                    <a:pt x="35904" y="0"/>
                  </a:moveTo>
                  <a:lnTo>
                    <a:pt x="872741" y="0"/>
                  </a:lnTo>
                  <a:cubicBezTo>
                    <a:pt x="892570" y="0"/>
                    <a:pt x="908645" y="16075"/>
                    <a:pt x="908645" y="35904"/>
                  </a:cubicBezTo>
                  <a:lnTo>
                    <a:pt x="908645" y="139082"/>
                  </a:lnTo>
                  <a:cubicBezTo>
                    <a:pt x="908645" y="148604"/>
                    <a:pt x="904862" y="157737"/>
                    <a:pt x="898129" y="164470"/>
                  </a:cubicBezTo>
                  <a:cubicBezTo>
                    <a:pt x="891395" y="171204"/>
                    <a:pt x="882263" y="174986"/>
                    <a:pt x="872741" y="174986"/>
                  </a:cubicBezTo>
                  <a:lnTo>
                    <a:pt x="35904" y="174986"/>
                  </a:lnTo>
                  <a:cubicBezTo>
                    <a:pt x="16075" y="174986"/>
                    <a:pt x="0" y="158911"/>
                    <a:pt x="0" y="139082"/>
                  </a:cubicBezTo>
                  <a:lnTo>
                    <a:pt x="0" y="35904"/>
                  </a:lnTo>
                  <a:cubicBezTo>
                    <a:pt x="0" y="26382"/>
                    <a:pt x="3783" y="17250"/>
                    <a:pt x="10516" y="10516"/>
                  </a:cubicBezTo>
                  <a:cubicBezTo>
                    <a:pt x="17250" y="3783"/>
                    <a:pt x="26382" y="0"/>
                    <a:pt x="35904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908645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02277" y="6698987"/>
            <a:ext cx="3450012" cy="664401"/>
            <a:chOff x="0" y="0"/>
            <a:chExt cx="908645" cy="1749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8645" cy="174986"/>
            </a:xfrm>
            <a:custGeom>
              <a:avLst/>
              <a:gdLst/>
              <a:ahLst/>
              <a:cxnLst/>
              <a:rect r="r" b="b" t="t" l="l"/>
              <a:pathLst>
                <a:path h="174986" w="908645">
                  <a:moveTo>
                    <a:pt x="35904" y="0"/>
                  </a:moveTo>
                  <a:lnTo>
                    <a:pt x="872741" y="0"/>
                  </a:lnTo>
                  <a:cubicBezTo>
                    <a:pt x="892570" y="0"/>
                    <a:pt x="908645" y="16075"/>
                    <a:pt x="908645" y="35904"/>
                  </a:cubicBezTo>
                  <a:lnTo>
                    <a:pt x="908645" y="139082"/>
                  </a:lnTo>
                  <a:cubicBezTo>
                    <a:pt x="908645" y="148604"/>
                    <a:pt x="904862" y="157737"/>
                    <a:pt x="898129" y="164470"/>
                  </a:cubicBezTo>
                  <a:cubicBezTo>
                    <a:pt x="891395" y="171204"/>
                    <a:pt x="882263" y="174986"/>
                    <a:pt x="872741" y="174986"/>
                  </a:cubicBezTo>
                  <a:lnTo>
                    <a:pt x="35904" y="174986"/>
                  </a:lnTo>
                  <a:cubicBezTo>
                    <a:pt x="16075" y="174986"/>
                    <a:pt x="0" y="158911"/>
                    <a:pt x="0" y="139082"/>
                  </a:cubicBezTo>
                  <a:lnTo>
                    <a:pt x="0" y="35904"/>
                  </a:lnTo>
                  <a:cubicBezTo>
                    <a:pt x="0" y="26382"/>
                    <a:pt x="3783" y="17250"/>
                    <a:pt x="10516" y="10516"/>
                  </a:cubicBezTo>
                  <a:cubicBezTo>
                    <a:pt x="17250" y="3783"/>
                    <a:pt x="26382" y="0"/>
                    <a:pt x="35904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908645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43080" y="3200311"/>
            <a:ext cx="2353103" cy="664401"/>
            <a:chOff x="0" y="0"/>
            <a:chExt cx="619747" cy="1749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solidFill>
              <a:srgbClr val="A25D4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43080" y="4077133"/>
            <a:ext cx="2353103" cy="664401"/>
            <a:chOff x="0" y="0"/>
            <a:chExt cx="619747" cy="1749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43080" y="4951085"/>
            <a:ext cx="2353103" cy="664401"/>
            <a:chOff x="0" y="0"/>
            <a:chExt cx="619747" cy="1749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243080" y="5825036"/>
            <a:ext cx="2353103" cy="664401"/>
            <a:chOff x="0" y="0"/>
            <a:chExt cx="619747" cy="1749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43080" y="6698987"/>
            <a:ext cx="2353103" cy="664401"/>
            <a:chOff x="0" y="0"/>
            <a:chExt cx="619747" cy="1749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87850" y="3200311"/>
            <a:ext cx="2353103" cy="664401"/>
            <a:chOff x="0" y="0"/>
            <a:chExt cx="619747" cy="1749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solidFill>
              <a:srgbClr val="A25D4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87850" y="4077133"/>
            <a:ext cx="2353103" cy="664401"/>
            <a:chOff x="0" y="0"/>
            <a:chExt cx="619747" cy="174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87850" y="4951085"/>
            <a:ext cx="2353103" cy="664401"/>
            <a:chOff x="0" y="0"/>
            <a:chExt cx="619747" cy="1749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787850" y="5825036"/>
            <a:ext cx="2353103" cy="664401"/>
            <a:chOff x="0" y="0"/>
            <a:chExt cx="619747" cy="1749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87850" y="6698987"/>
            <a:ext cx="2353103" cy="664401"/>
            <a:chOff x="0" y="0"/>
            <a:chExt cx="619747" cy="1749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32621" y="3200311"/>
            <a:ext cx="2353103" cy="664401"/>
            <a:chOff x="0" y="0"/>
            <a:chExt cx="619747" cy="1749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solidFill>
              <a:srgbClr val="A25D48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332621" y="4077133"/>
            <a:ext cx="2353103" cy="664401"/>
            <a:chOff x="0" y="0"/>
            <a:chExt cx="619747" cy="17498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32621" y="4951085"/>
            <a:ext cx="2353103" cy="664401"/>
            <a:chOff x="0" y="0"/>
            <a:chExt cx="619747" cy="17498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32621" y="5825036"/>
            <a:ext cx="2353103" cy="664401"/>
            <a:chOff x="0" y="0"/>
            <a:chExt cx="619747" cy="17498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32621" y="6698987"/>
            <a:ext cx="2353103" cy="664401"/>
            <a:chOff x="0" y="0"/>
            <a:chExt cx="619747" cy="17498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19747" cy="174986"/>
            </a:xfrm>
            <a:custGeom>
              <a:avLst/>
              <a:gdLst/>
              <a:ahLst/>
              <a:cxnLst/>
              <a:rect r="r" b="b" t="t" l="l"/>
              <a:pathLst>
                <a:path h="174986" w="619747">
                  <a:moveTo>
                    <a:pt x="52641" y="0"/>
                  </a:moveTo>
                  <a:lnTo>
                    <a:pt x="567106" y="0"/>
                  </a:lnTo>
                  <a:cubicBezTo>
                    <a:pt x="596179" y="0"/>
                    <a:pt x="619747" y="23568"/>
                    <a:pt x="619747" y="52641"/>
                  </a:cubicBezTo>
                  <a:lnTo>
                    <a:pt x="619747" y="122345"/>
                  </a:lnTo>
                  <a:cubicBezTo>
                    <a:pt x="619747" y="136306"/>
                    <a:pt x="614201" y="149696"/>
                    <a:pt x="604329" y="159568"/>
                  </a:cubicBezTo>
                  <a:cubicBezTo>
                    <a:pt x="594457" y="169440"/>
                    <a:pt x="581067" y="174986"/>
                    <a:pt x="567106" y="174986"/>
                  </a:cubicBezTo>
                  <a:lnTo>
                    <a:pt x="52641" y="174986"/>
                  </a:lnTo>
                  <a:cubicBezTo>
                    <a:pt x="23568" y="174986"/>
                    <a:pt x="0" y="151418"/>
                    <a:pt x="0" y="122345"/>
                  </a:cubicBezTo>
                  <a:lnTo>
                    <a:pt x="0" y="52641"/>
                  </a:lnTo>
                  <a:cubicBezTo>
                    <a:pt x="0" y="23568"/>
                    <a:pt x="23568" y="0"/>
                    <a:pt x="52641" y="0"/>
                  </a:cubicBezTo>
                  <a:close/>
                </a:path>
              </a:pathLst>
            </a:custGeom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85725"/>
              <a:ext cx="619747" cy="26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3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2738212" y="1009650"/>
            <a:ext cx="1251930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PERBANDINGAN BANGUN RUANG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029558" y="3256590"/>
            <a:ext cx="2595448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b="true" sz="251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Bangun Ruang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029558" y="4133412"/>
            <a:ext cx="2595448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Kubus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029558" y="5008235"/>
            <a:ext cx="2595448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Balok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029558" y="5881315"/>
            <a:ext cx="2595448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Prism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 Segitiga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029558" y="6755266"/>
            <a:ext cx="2595448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Lim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as Segiempat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476812" y="3256590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b="true" sz="251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Sisi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76812" y="4133412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476812" y="5008235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476812" y="5881315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476812" y="6755266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024808" y="3256590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b="true" sz="251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Rusuk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024808" y="4133412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12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024808" y="5008235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12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024808" y="5881315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024808" y="6755266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566352" y="3256590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b="true" sz="251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Titik Sudut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566352" y="4133412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566352" y="5008235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566352" y="5881315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6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566352" y="6755266"/>
            <a:ext cx="1885640" cy="46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</a:p>
        </p:txBody>
      </p:sp>
      <p:sp>
        <p:nvSpPr>
          <p:cNvPr name="Freeform 86" id="86"/>
          <p:cNvSpPr/>
          <p:nvPr/>
        </p:nvSpPr>
        <p:spPr>
          <a:xfrm flipH="false" flipV="false" rot="0">
            <a:off x="-254998" y="9008544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6"/>
                </a:lnTo>
                <a:lnTo>
                  <a:pt x="0" y="777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823929" y="-1192853"/>
            <a:ext cx="1483648" cy="2385706"/>
          </a:xfrm>
          <a:custGeom>
            <a:avLst/>
            <a:gdLst/>
            <a:ahLst/>
            <a:cxnLst/>
            <a:rect r="r" b="b" t="t" l="l"/>
            <a:pathLst>
              <a:path h="2385706" w="1483648">
                <a:moveTo>
                  <a:pt x="0" y="0"/>
                </a:moveTo>
                <a:lnTo>
                  <a:pt x="1483648" y="0"/>
                </a:lnTo>
                <a:lnTo>
                  <a:pt x="1483648" y="2385706"/>
                </a:lnTo>
                <a:lnTo>
                  <a:pt x="0" y="2385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5980423" y="-1192853"/>
            <a:ext cx="1483648" cy="2385706"/>
          </a:xfrm>
          <a:custGeom>
            <a:avLst/>
            <a:gdLst/>
            <a:ahLst/>
            <a:cxnLst/>
            <a:rect r="r" b="b" t="t" l="l"/>
            <a:pathLst>
              <a:path h="2385706" w="1483648">
                <a:moveTo>
                  <a:pt x="0" y="0"/>
                </a:moveTo>
                <a:lnTo>
                  <a:pt x="1483648" y="0"/>
                </a:lnTo>
                <a:lnTo>
                  <a:pt x="1483648" y="2385706"/>
                </a:lnTo>
                <a:lnTo>
                  <a:pt x="0" y="2385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true" flipV="false" rot="0">
            <a:off x="-254998" y="2645314"/>
            <a:ext cx="1179718" cy="936519"/>
          </a:xfrm>
          <a:custGeom>
            <a:avLst/>
            <a:gdLst/>
            <a:ahLst/>
            <a:cxnLst/>
            <a:rect r="r" b="b" t="t" l="l"/>
            <a:pathLst>
              <a:path h="936519" w="1179718">
                <a:moveTo>
                  <a:pt x="1179718" y="0"/>
                </a:moveTo>
                <a:lnTo>
                  <a:pt x="0" y="0"/>
                </a:lnTo>
                <a:lnTo>
                  <a:pt x="0" y="936519"/>
                </a:lnTo>
                <a:lnTo>
                  <a:pt x="1179718" y="936519"/>
                </a:lnTo>
                <a:lnTo>
                  <a:pt x="1179718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7363280" y="2645314"/>
            <a:ext cx="1179718" cy="936519"/>
          </a:xfrm>
          <a:custGeom>
            <a:avLst/>
            <a:gdLst/>
            <a:ahLst/>
            <a:cxnLst/>
            <a:rect r="r" b="b" t="t" l="l"/>
            <a:pathLst>
              <a:path h="936519" w="1179718">
                <a:moveTo>
                  <a:pt x="0" y="0"/>
                </a:moveTo>
                <a:lnTo>
                  <a:pt x="1179718" y="0"/>
                </a:lnTo>
                <a:lnTo>
                  <a:pt x="1179718" y="936519"/>
                </a:lnTo>
                <a:lnTo>
                  <a:pt x="0" y="936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7382330" y="596704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8" y="0"/>
                </a:lnTo>
                <a:lnTo>
                  <a:pt x="2101248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-1260574" y="596704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8" y="0"/>
                </a:lnTo>
                <a:lnTo>
                  <a:pt x="2101248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-411903" y="4951085"/>
            <a:ext cx="2691369" cy="4915742"/>
          </a:xfrm>
          <a:custGeom>
            <a:avLst/>
            <a:gdLst/>
            <a:ahLst/>
            <a:cxnLst/>
            <a:rect r="r" b="b" t="t" l="l"/>
            <a:pathLst>
              <a:path h="4915742" w="2691369">
                <a:moveTo>
                  <a:pt x="0" y="0"/>
                </a:moveTo>
                <a:lnTo>
                  <a:pt x="2691369" y="0"/>
                </a:lnTo>
                <a:lnTo>
                  <a:pt x="2691369" y="4915741"/>
                </a:lnTo>
                <a:lnTo>
                  <a:pt x="0" y="4915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5000"/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true" flipV="false" rot="0">
            <a:off x="16008534" y="4951085"/>
            <a:ext cx="2691369" cy="4915742"/>
          </a:xfrm>
          <a:custGeom>
            <a:avLst/>
            <a:gdLst/>
            <a:ahLst/>
            <a:cxnLst/>
            <a:rect r="r" b="b" t="t" l="l"/>
            <a:pathLst>
              <a:path h="4915742" w="2691369">
                <a:moveTo>
                  <a:pt x="2691369" y="0"/>
                </a:moveTo>
                <a:lnTo>
                  <a:pt x="0" y="0"/>
                </a:lnTo>
                <a:lnTo>
                  <a:pt x="0" y="4915741"/>
                </a:lnTo>
                <a:lnTo>
                  <a:pt x="2691369" y="4915741"/>
                </a:lnTo>
                <a:lnTo>
                  <a:pt x="2691369" y="0"/>
                </a:lnTo>
                <a:close/>
              </a:path>
            </a:pathLst>
          </a:custGeom>
          <a:blipFill>
            <a:blip r:embed="rId8">
              <a:alphaModFix amt="9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4349" y="1009650"/>
            <a:ext cx="12227029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</a:pPr>
            <a:r>
              <a:rPr lang="en-US" sz="7167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PENERAPAN DALAM KEHIDUPAN SEHARI-HARI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259421" y="3809783"/>
            <a:ext cx="3161697" cy="3027640"/>
            <a:chOff x="0" y="0"/>
            <a:chExt cx="832710" cy="7974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32710" cy="797403"/>
            </a:xfrm>
            <a:custGeom>
              <a:avLst/>
              <a:gdLst/>
              <a:ahLst/>
              <a:cxnLst/>
              <a:rect r="r" b="b" t="t" l="l"/>
              <a:pathLst>
                <a:path h="797403" w="832710">
                  <a:moveTo>
                    <a:pt x="48973" y="0"/>
                  </a:moveTo>
                  <a:lnTo>
                    <a:pt x="783737" y="0"/>
                  </a:lnTo>
                  <a:cubicBezTo>
                    <a:pt x="810784" y="0"/>
                    <a:pt x="832710" y="21926"/>
                    <a:pt x="832710" y="48973"/>
                  </a:cubicBezTo>
                  <a:lnTo>
                    <a:pt x="832710" y="748430"/>
                  </a:lnTo>
                  <a:cubicBezTo>
                    <a:pt x="832710" y="761418"/>
                    <a:pt x="827551" y="773875"/>
                    <a:pt x="818366" y="783059"/>
                  </a:cubicBezTo>
                  <a:cubicBezTo>
                    <a:pt x="809182" y="792244"/>
                    <a:pt x="796726" y="797403"/>
                    <a:pt x="783737" y="797403"/>
                  </a:cubicBezTo>
                  <a:lnTo>
                    <a:pt x="48973" y="797403"/>
                  </a:lnTo>
                  <a:cubicBezTo>
                    <a:pt x="35985" y="797403"/>
                    <a:pt x="23528" y="792244"/>
                    <a:pt x="14344" y="783059"/>
                  </a:cubicBezTo>
                  <a:cubicBezTo>
                    <a:pt x="5160" y="773875"/>
                    <a:pt x="0" y="761418"/>
                    <a:pt x="0" y="748430"/>
                  </a:cubicBezTo>
                  <a:lnTo>
                    <a:pt x="0" y="48973"/>
                  </a:lnTo>
                  <a:cubicBezTo>
                    <a:pt x="0" y="35985"/>
                    <a:pt x="5160" y="23528"/>
                    <a:pt x="14344" y="14344"/>
                  </a:cubicBezTo>
                  <a:cubicBezTo>
                    <a:pt x="23528" y="5160"/>
                    <a:pt x="35985" y="0"/>
                    <a:pt x="489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32710" cy="8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93130" y="3809783"/>
            <a:ext cx="3161697" cy="3027640"/>
            <a:chOff x="0" y="0"/>
            <a:chExt cx="832710" cy="7974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2710" cy="797403"/>
            </a:xfrm>
            <a:custGeom>
              <a:avLst/>
              <a:gdLst/>
              <a:ahLst/>
              <a:cxnLst/>
              <a:rect r="r" b="b" t="t" l="l"/>
              <a:pathLst>
                <a:path h="797403" w="832710">
                  <a:moveTo>
                    <a:pt x="48973" y="0"/>
                  </a:moveTo>
                  <a:lnTo>
                    <a:pt x="783737" y="0"/>
                  </a:lnTo>
                  <a:cubicBezTo>
                    <a:pt x="810784" y="0"/>
                    <a:pt x="832710" y="21926"/>
                    <a:pt x="832710" y="48973"/>
                  </a:cubicBezTo>
                  <a:lnTo>
                    <a:pt x="832710" y="748430"/>
                  </a:lnTo>
                  <a:cubicBezTo>
                    <a:pt x="832710" y="761418"/>
                    <a:pt x="827551" y="773875"/>
                    <a:pt x="818366" y="783059"/>
                  </a:cubicBezTo>
                  <a:cubicBezTo>
                    <a:pt x="809182" y="792244"/>
                    <a:pt x="796726" y="797403"/>
                    <a:pt x="783737" y="797403"/>
                  </a:cubicBezTo>
                  <a:lnTo>
                    <a:pt x="48973" y="797403"/>
                  </a:lnTo>
                  <a:cubicBezTo>
                    <a:pt x="35985" y="797403"/>
                    <a:pt x="23528" y="792244"/>
                    <a:pt x="14344" y="783059"/>
                  </a:cubicBezTo>
                  <a:cubicBezTo>
                    <a:pt x="5160" y="773875"/>
                    <a:pt x="0" y="761418"/>
                    <a:pt x="0" y="748430"/>
                  </a:cubicBezTo>
                  <a:lnTo>
                    <a:pt x="0" y="48973"/>
                  </a:lnTo>
                  <a:cubicBezTo>
                    <a:pt x="0" y="35985"/>
                    <a:pt x="5160" y="23528"/>
                    <a:pt x="14344" y="14344"/>
                  </a:cubicBezTo>
                  <a:cubicBezTo>
                    <a:pt x="23528" y="5160"/>
                    <a:pt x="35985" y="0"/>
                    <a:pt x="489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32710" cy="8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0006" y="3809783"/>
            <a:ext cx="3161697" cy="3027640"/>
            <a:chOff x="0" y="0"/>
            <a:chExt cx="832710" cy="7974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2710" cy="797403"/>
            </a:xfrm>
            <a:custGeom>
              <a:avLst/>
              <a:gdLst/>
              <a:ahLst/>
              <a:cxnLst/>
              <a:rect r="r" b="b" t="t" l="l"/>
              <a:pathLst>
                <a:path h="797403" w="832710">
                  <a:moveTo>
                    <a:pt x="48973" y="0"/>
                  </a:moveTo>
                  <a:lnTo>
                    <a:pt x="783737" y="0"/>
                  </a:lnTo>
                  <a:cubicBezTo>
                    <a:pt x="810784" y="0"/>
                    <a:pt x="832710" y="21926"/>
                    <a:pt x="832710" y="48973"/>
                  </a:cubicBezTo>
                  <a:lnTo>
                    <a:pt x="832710" y="748430"/>
                  </a:lnTo>
                  <a:cubicBezTo>
                    <a:pt x="832710" y="761418"/>
                    <a:pt x="827551" y="773875"/>
                    <a:pt x="818366" y="783059"/>
                  </a:cubicBezTo>
                  <a:cubicBezTo>
                    <a:pt x="809182" y="792244"/>
                    <a:pt x="796726" y="797403"/>
                    <a:pt x="783737" y="797403"/>
                  </a:cubicBezTo>
                  <a:lnTo>
                    <a:pt x="48973" y="797403"/>
                  </a:lnTo>
                  <a:cubicBezTo>
                    <a:pt x="35985" y="797403"/>
                    <a:pt x="23528" y="792244"/>
                    <a:pt x="14344" y="783059"/>
                  </a:cubicBezTo>
                  <a:cubicBezTo>
                    <a:pt x="5160" y="773875"/>
                    <a:pt x="0" y="761418"/>
                    <a:pt x="0" y="748430"/>
                  </a:cubicBezTo>
                  <a:lnTo>
                    <a:pt x="0" y="48973"/>
                  </a:lnTo>
                  <a:cubicBezTo>
                    <a:pt x="0" y="35985"/>
                    <a:pt x="5160" y="23528"/>
                    <a:pt x="14344" y="14344"/>
                  </a:cubicBezTo>
                  <a:cubicBezTo>
                    <a:pt x="23528" y="5160"/>
                    <a:pt x="35985" y="0"/>
                    <a:pt x="489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32710" cy="8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66882" y="3809783"/>
            <a:ext cx="3161697" cy="3027640"/>
            <a:chOff x="0" y="0"/>
            <a:chExt cx="832710" cy="7974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2710" cy="797403"/>
            </a:xfrm>
            <a:custGeom>
              <a:avLst/>
              <a:gdLst/>
              <a:ahLst/>
              <a:cxnLst/>
              <a:rect r="r" b="b" t="t" l="l"/>
              <a:pathLst>
                <a:path h="797403" w="832710">
                  <a:moveTo>
                    <a:pt x="48973" y="0"/>
                  </a:moveTo>
                  <a:lnTo>
                    <a:pt x="783737" y="0"/>
                  </a:lnTo>
                  <a:cubicBezTo>
                    <a:pt x="810784" y="0"/>
                    <a:pt x="832710" y="21926"/>
                    <a:pt x="832710" y="48973"/>
                  </a:cubicBezTo>
                  <a:lnTo>
                    <a:pt x="832710" y="748430"/>
                  </a:lnTo>
                  <a:cubicBezTo>
                    <a:pt x="832710" y="761418"/>
                    <a:pt x="827551" y="773875"/>
                    <a:pt x="818366" y="783059"/>
                  </a:cubicBezTo>
                  <a:cubicBezTo>
                    <a:pt x="809182" y="792244"/>
                    <a:pt x="796726" y="797403"/>
                    <a:pt x="783737" y="797403"/>
                  </a:cubicBezTo>
                  <a:lnTo>
                    <a:pt x="48973" y="797403"/>
                  </a:lnTo>
                  <a:cubicBezTo>
                    <a:pt x="35985" y="797403"/>
                    <a:pt x="23528" y="792244"/>
                    <a:pt x="14344" y="783059"/>
                  </a:cubicBezTo>
                  <a:cubicBezTo>
                    <a:pt x="5160" y="773875"/>
                    <a:pt x="0" y="761418"/>
                    <a:pt x="0" y="748430"/>
                  </a:cubicBezTo>
                  <a:lnTo>
                    <a:pt x="0" y="48973"/>
                  </a:lnTo>
                  <a:cubicBezTo>
                    <a:pt x="0" y="35985"/>
                    <a:pt x="5160" y="23528"/>
                    <a:pt x="14344" y="14344"/>
                  </a:cubicBezTo>
                  <a:cubicBezTo>
                    <a:pt x="23528" y="5160"/>
                    <a:pt x="35985" y="0"/>
                    <a:pt x="489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D563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32710" cy="835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68341" y="5961257"/>
            <a:ext cx="2543857" cy="45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adu → Kubus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02050" y="5961257"/>
            <a:ext cx="2543857" cy="45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K</a:t>
            </a: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ardus → Balok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8926" y="5961257"/>
            <a:ext cx="2543857" cy="45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At</a:t>
            </a: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ap → Prisma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80087" y="5961257"/>
            <a:ext cx="2919638" cy="45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3"/>
              </a:lnSpc>
            </a:pP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Piramid</a:t>
            </a:r>
            <a:r>
              <a:rPr lang="en-US" sz="24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a → Limas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-254998" y="8346368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6"/>
                </a:lnTo>
                <a:lnTo>
                  <a:pt x="0" y="777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85879" y="4221216"/>
            <a:ext cx="1686156" cy="4125152"/>
          </a:xfrm>
          <a:custGeom>
            <a:avLst/>
            <a:gdLst/>
            <a:ahLst/>
            <a:cxnLst/>
            <a:rect r="r" b="b" t="t" l="l"/>
            <a:pathLst>
              <a:path h="4125152" w="1686156">
                <a:moveTo>
                  <a:pt x="0" y="0"/>
                </a:moveTo>
                <a:lnTo>
                  <a:pt x="1686155" y="0"/>
                </a:lnTo>
                <a:lnTo>
                  <a:pt x="1686155" y="4125152"/>
                </a:lnTo>
                <a:lnTo>
                  <a:pt x="0" y="4125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3000"/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-684034" y="4221216"/>
            <a:ext cx="1686156" cy="4125152"/>
          </a:xfrm>
          <a:custGeom>
            <a:avLst/>
            <a:gdLst/>
            <a:ahLst/>
            <a:cxnLst/>
            <a:rect r="r" b="b" t="t" l="l"/>
            <a:pathLst>
              <a:path h="4125152" w="1686156">
                <a:moveTo>
                  <a:pt x="1686155" y="0"/>
                </a:moveTo>
                <a:lnTo>
                  <a:pt x="0" y="0"/>
                </a:lnTo>
                <a:lnTo>
                  <a:pt x="0" y="4125152"/>
                </a:lnTo>
                <a:lnTo>
                  <a:pt x="1686155" y="4125152"/>
                </a:lnTo>
                <a:lnTo>
                  <a:pt x="1686155" y="0"/>
                </a:lnTo>
                <a:close/>
              </a:path>
            </a:pathLst>
          </a:custGeom>
          <a:blipFill>
            <a:blip r:embed="rId4">
              <a:alphaModFix amt="93000"/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809714" y="839659"/>
            <a:ext cx="1265533" cy="1004643"/>
          </a:xfrm>
          <a:custGeom>
            <a:avLst/>
            <a:gdLst/>
            <a:ahLst/>
            <a:cxnLst/>
            <a:rect r="r" b="b" t="t" l="l"/>
            <a:pathLst>
              <a:path h="1004643" w="1265533">
                <a:moveTo>
                  <a:pt x="1265534" y="0"/>
                </a:moveTo>
                <a:lnTo>
                  <a:pt x="0" y="0"/>
                </a:lnTo>
                <a:lnTo>
                  <a:pt x="0" y="1004643"/>
                </a:lnTo>
                <a:lnTo>
                  <a:pt x="1265534" y="1004643"/>
                </a:lnTo>
                <a:lnTo>
                  <a:pt x="1265534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212752" y="839659"/>
            <a:ext cx="1265533" cy="1004643"/>
          </a:xfrm>
          <a:custGeom>
            <a:avLst/>
            <a:gdLst/>
            <a:ahLst/>
            <a:cxnLst/>
            <a:rect r="r" b="b" t="t" l="l"/>
            <a:pathLst>
              <a:path h="1004643" w="1265533">
                <a:moveTo>
                  <a:pt x="0" y="0"/>
                </a:moveTo>
                <a:lnTo>
                  <a:pt x="1265534" y="0"/>
                </a:lnTo>
                <a:lnTo>
                  <a:pt x="1265534" y="1004643"/>
                </a:lnTo>
                <a:lnTo>
                  <a:pt x="0" y="1004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0000"/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-1382085" y="2500183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2101248" y="0"/>
                </a:moveTo>
                <a:lnTo>
                  <a:pt x="0" y="0"/>
                </a:lnTo>
                <a:lnTo>
                  <a:pt x="0" y="1023882"/>
                </a:lnTo>
                <a:lnTo>
                  <a:pt x="2101248" y="1023882"/>
                </a:lnTo>
                <a:lnTo>
                  <a:pt x="210124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7568837" y="2521060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2101248" y="0"/>
                </a:moveTo>
                <a:lnTo>
                  <a:pt x="0" y="0"/>
                </a:lnTo>
                <a:lnTo>
                  <a:pt x="0" y="1023881"/>
                </a:lnTo>
                <a:lnTo>
                  <a:pt x="2101248" y="1023881"/>
                </a:lnTo>
                <a:lnTo>
                  <a:pt x="210124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210065" y="4267541"/>
            <a:ext cx="1260411" cy="1343461"/>
          </a:xfrm>
          <a:custGeom>
            <a:avLst/>
            <a:gdLst/>
            <a:ahLst/>
            <a:cxnLst/>
            <a:rect r="r" b="b" t="t" l="l"/>
            <a:pathLst>
              <a:path h="1343461" w="1260411">
                <a:moveTo>
                  <a:pt x="0" y="0"/>
                </a:moveTo>
                <a:lnTo>
                  <a:pt x="1260410" y="0"/>
                </a:lnTo>
                <a:lnTo>
                  <a:pt x="1260410" y="1343461"/>
                </a:lnTo>
                <a:lnTo>
                  <a:pt x="0" y="1343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458624" y="4463287"/>
            <a:ext cx="1830709" cy="951969"/>
          </a:xfrm>
          <a:custGeom>
            <a:avLst/>
            <a:gdLst/>
            <a:ahLst/>
            <a:cxnLst/>
            <a:rect r="r" b="b" t="t" l="l"/>
            <a:pathLst>
              <a:path h="951969" w="1830709">
                <a:moveTo>
                  <a:pt x="0" y="0"/>
                </a:moveTo>
                <a:lnTo>
                  <a:pt x="1830709" y="0"/>
                </a:lnTo>
                <a:lnTo>
                  <a:pt x="1830709" y="951969"/>
                </a:lnTo>
                <a:lnTo>
                  <a:pt x="0" y="951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49235" y="4121621"/>
            <a:ext cx="2131317" cy="1635302"/>
          </a:xfrm>
          <a:custGeom>
            <a:avLst/>
            <a:gdLst/>
            <a:ahLst/>
            <a:cxnLst/>
            <a:rect r="r" b="b" t="t" l="l"/>
            <a:pathLst>
              <a:path h="1635302" w="2131317">
                <a:moveTo>
                  <a:pt x="0" y="0"/>
                </a:moveTo>
                <a:lnTo>
                  <a:pt x="2131318" y="0"/>
                </a:lnTo>
                <a:lnTo>
                  <a:pt x="2131318" y="1635302"/>
                </a:lnTo>
                <a:lnTo>
                  <a:pt x="0" y="1635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540600" y="4246554"/>
            <a:ext cx="1814260" cy="1385435"/>
          </a:xfrm>
          <a:custGeom>
            <a:avLst/>
            <a:gdLst/>
            <a:ahLst/>
            <a:cxnLst/>
            <a:rect r="r" b="b" t="t" l="l"/>
            <a:pathLst>
              <a:path h="1385435" w="1814260">
                <a:moveTo>
                  <a:pt x="0" y="0"/>
                </a:moveTo>
                <a:lnTo>
                  <a:pt x="1814260" y="0"/>
                </a:lnTo>
                <a:lnTo>
                  <a:pt x="1814260" y="1385435"/>
                </a:lnTo>
                <a:lnTo>
                  <a:pt x="0" y="13854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93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2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1656" y="8416935"/>
            <a:ext cx="18797996" cy="7772436"/>
          </a:xfrm>
          <a:custGeom>
            <a:avLst/>
            <a:gdLst/>
            <a:ahLst/>
            <a:cxnLst/>
            <a:rect r="r" b="b" t="t" l="l"/>
            <a:pathLst>
              <a:path h="7772436" w="18797996">
                <a:moveTo>
                  <a:pt x="0" y="0"/>
                </a:moveTo>
                <a:lnTo>
                  <a:pt x="18797996" y="0"/>
                </a:lnTo>
                <a:lnTo>
                  <a:pt x="18797996" y="7772435"/>
                </a:lnTo>
                <a:lnTo>
                  <a:pt x="0" y="777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45959" y="3097622"/>
            <a:ext cx="13396082" cy="3513427"/>
            <a:chOff x="0" y="0"/>
            <a:chExt cx="3528186" cy="9253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28186" cy="925347"/>
            </a:xfrm>
            <a:custGeom>
              <a:avLst/>
              <a:gdLst/>
              <a:ahLst/>
              <a:cxnLst/>
              <a:rect r="r" b="b" t="t" l="l"/>
              <a:pathLst>
                <a:path h="925347" w="3528186">
                  <a:moveTo>
                    <a:pt x="23117" y="0"/>
                  </a:moveTo>
                  <a:lnTo>
                    <a:pt x="3505069" y="0"/>
                  </a:lnTo>
                  <a:cubicBezTo>
                    <a:pt x="3517836" y="0"/>
                    <a:pt x="3528186" y="10350"/>
                    <a:pt x="3528186" y="23117"/>
                  </a:cubicBezTo>
                  <a:lnTo>
                    <a:pt x="3528186" y="902230"/>
                  </a:lnTo>
                  <a:cubicBezTo>
                    <a:pt x="3528186" y="908361"/>
                    <a:pt x="3525751" y="914241"/>
                    <a:pt x="3521415" y="918576"/>
                  </a:cubicBezTo>
                  <a:cubicBezTo>
                    <a:pt x="3517080" y="922912"/>
                    <a:pt x="3511200" y="925347"/>
                    <a:pt x="3505069" y="925347"/>
                  </a:cubicBezTo>
                  <a:lnTo>
                    <a:pt x="23117" y="925347"/>
                  </a:lnTo>
                  <a:cubicBezTo>
                    <a:pt x="16986" y="925347"/>
                    <a:pt x="11106" y="922912"/>
                    <a:pt x="6771" y="918576"/>
                  </a:cubicBezTo>
                  <a:cubicBezTo>
                    <a:pt x="2436" y="914241"/>
                    <a:pt x="0" y="908361"/>
                    <a:pt x="0" y="902230"/>
                  </a:cubicBezTo>
                  <a:lnTo>
                    <a:pt x="0" y="23117"/>
                  </a:lnTo>
                  <a:cubicBezTo>
                    <a:pt x="0" y="16986"/>
                    <a:pt x="2436" y="11106"/>
                    <a:pt x="6771" y="6771"/>
                  </a:cubicBezTo>
                  <a:cubicBezTo>
                    <a:pt x="11106" y="2436"/>
                    <a:pt x="16986" y="0"/>
                    <a:pt x="2311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7D563A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28186" cy="963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82624" y="3609562"/>
            <a:ext cx="2918835" cy="5331205"/>
          </a:xfrm>
          <a:custGeom>
            <a:avLst/>
            <a:gdLst/>
            <a:ahLst/>
            <a:cxnLst/>
            <a:rect r="r" b="b" t="t" l="l"/>
            <a:pathLst>
              <a:path h="5331205" w="2918835">
                <a:moveTo>
                  <a:pt x="0" y="0"/>
                </a:moveTo>
                <a:lnTo>
                  <a:pt x="2918834" y="0"/>
                </a:lnTo>
                <a:lnTo>
                  <a:pt x="2918834" y="5331205"/>
                </a:lnTo>
                <a:lnTo>
                  <a:pt x="0" y="5331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45630" y="-1629341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3"/>
                </a:lnTo>
                <a:lnTo>
                  <a:pt x="0" y="2947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09246" y="-1629341"/>
            <a:ext cx="1833124" cy="2947664"/>
          </a:xfrm>
          <a:custGeom>
            <a:avLst/>
            <a:gdLst/>
            <a:ahLst/>
            <a:cxnLst/>
            <a:rect r="r" b="b" t="t" l="l"/>
            <a:pathLst>
              <a:path h="2947664" w="1833124">
                <a:moveTo>
                  <a:pt x="0" y="0"/>
                </a:moveTo>
                <a:lnTo>
                  <a:pt x="1833124" y="0"/>
                </a:lnTo>
                <a:lnTo>
                  <a:pt x="1833124" y="2947663"/>
                </a:lnTo>
                <a:lnTo>
                  <a:pt x="0" y="2947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37135" y="-1176538"/>
            <a:ext cx="3297395" cy="3136647"/>
          </a:xfrm>
          <a:custGeom>
            <a:avLst/>
            <a:gdLst/>
            <a:ahLst/>
            <a:cxnLst/>
            <a:rect r="r" b="b" t="t" l="l"/>
            <a:pathLst>
              <a:path h="3136647" w="3297395">
                <a:moveTo>
                  <a:pt x="0" y="0"/>
                </a:moveTo>
                <a:lnTo>
                  <a:pt x="3297395" y="0"/>
                </a:lnTo>
                <a:lnTo>
                  <a:pt x="3297395" y="3136647"/>
                </a:lnTo>
                <a:lnTo>
                  <a:pt x="0" y="3136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847065" y="-1176538"/>
            <a:ext cx="3297395" cy="3136647"/>
          </a:xfrm>
          <a:custGeom>
            <a:avLst/>
            <a:gdLst/>
            <a:ahLst/>
            <a:cxnLst/>
            <a:rect r="r" b="b" t="t" l="l"/>
            <a:pathLst>
              <a:path h="3136647" w="3297395">
                <a:moveTo>
                  <a:pt x="3297395" y="0"/>
                </a:moveTo>
                <a:lnTo>
                  <a:pt x="0" y="0"/>
                </a:lnTo>
                <a:lnTo>
                  <a:pt x="0" y="3136647"/>
                </a:lnTo>
                <a:lnTo>
                  <a:pt x="3297395" y="3136647"/>
                </a:lnTo>
                <a:lnTo>
                  <a:pt x="329739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02280" y="2585681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49083" y="5942072"/>
            <a:ext cx="2101249" cy="1023881"/>
          </a:xfrm>
          <a:custGeom>
            <a:avLst/>
            <a:gdLst/>
            <a:ahLst/>
            <a:cxnLst/>
            <a:rect r="r" b="b" t="t" l="l"/>
            <a:pathLst>
              <a:path h="1023881" w="2101249">
                <a:moveTo>
                  <a:pt x="0" y="0"/>
                </a:moveTo>
                <a:lnTo>
                  <a:pt x="2101249" y="0"/>
                </a:lnTo>
                <a:lnTo>
                  <a:pt x="2101249" y="1023881"/>
                </a:lnTo>
                <a:lnTo>
                  <a:pt x="0" y="10238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486400" y="8230871"/>
            <a:ext cx="7315200" cy="3710801"/>
          </a:xfrm>
          <a:custGeom>
            <a:avLst/>
            <a:gdLst/>
            <a:ahLst/>
            <a:cxnLst/>
            <a:rect r="r" b="b" t="t" l="l"/>
            <a:pathLst>
              <a:path h="3710801" w="7315200">
                <a:moveTo>
                  <a:pt x="0" y="0"/>
                </a:moveTo>
                <a:lnTo>
                  <a:pt x="7315200" y="0"/>
                </a:lnTo>
                <a:lnTo>
                  <a:pt x="7315200" y="3710801"/>
                </a:lnTo>
                <a:lnTo>
                  <a:pt x="0" y="37108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41292" y="7842253"/>
            <a:ext cx="1469218" cy="1111263"/>
          </a:xfrm>
          <a:custGeom>
            <a:avLst/>
            <a:gdLst/>
            <a:ahLst/>
            <a:cxnLst/>
            <a:rect r="r" b="b" t="t" l="l"/>
            <a:pathLst>
              <a:path h="1111263" w="1469218">
                <a:moveTo>
                  <a:pt x="0" y="0"/>
                </a:moveTo>
                <a:lnTo>
                  <a:pt x="1469219" y="0"/>
                </a:lnTo>
                <a:lnTo>
                  <a:pt x="1469219" y="1111263"/>
                </a:lnTo>
                <a:lnTo>
                  <a:pt x="0" y="11112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89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77489" y="7842253"/>
            <a:ext cx="1469218" cy="1111263"/>
          </a:xfrm>
          <a:custGeom>
            <a:avLst/>
            <a:gdLst/>
            <a:ahLst/>
            <a:cxnLst/>
            <a:rect r="r" b="b" t="t" l="l"/>
            <a:pathLst>
              <a:path h="1111263" w="1469218">
                <a:moveTo>
                  <a:pt x="0" y="0"/>
                </a:moveTo>
                <a:lnTo>
                  <a:pt x="1469219" y="0"/>
                </a:lnTo>
                <a:lnTo>
                  <a:pt x="1469219" y="1111263"/>
                </a:lnTo>
                <a:lnTo>
                  <a:pt x="0" y="11112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89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9453" y="4459436"/>
            <a:ext cx="2982223" cy="5626835"/>
          </a:xfrm>
          <a:custGeom>
            <a:avLst/>
            <a:gdLst/>
            <a:ahLst/>
            <a:cxnLst/>
            <a:rect r="r" b="b" t="t" l="l"/>
            <a:pathLst>
              <a:path h="5626835" w="2982223">
                <a:moveTo>
                  <a:pt x="0" y="0"/>
                </a:moveTo>
                <a:lnTo>
                  <a:pt x="2982223" y="0"/>
                </a:lnTo>
                <a:lnTo>
                  <a:pt x="2982223" y="5626836"/>
                </a:lnTo>
                <a:lnTo>
                  <a:pt x="0" y="56268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221391" y="1403374"/>
            <a:ext cx="7845217" cy="118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9"/>
              </a:lnSpc>
            </a:pPr>
            <a:r>
              <a:rPr lang="en-US" sz="7615">
                <a:solidFill>
                  <a:srgbClr val="A25D48"/>
                </a:solidFill>
                <a:latin typeface="Bobby Jones"/>
                <a:ea typeface="Bobby Jones"/>
                <a:cs typeface="Bobby Jones"/>
                <a:sym typeface="Bobby Jones"/>
              </a:rPr>
              <a:t>KESIMPULAN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09301" y="3625914"/>
            <a:ext cx="11269398" cy="237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Bangun ruang sisi datar terdiri dari kubu</a:t>
            </a: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s, balok, prisma, dan limas. Setiap bangun memiliki unsur dan rumus yang berbeda untuk menghitung luas permukaan serta volume. </a:t>
            </a:r>
          </a:p>
          <a:p>
            <a:pPr algn="ctr">
              <a:lnSpc>
                <a:spcPts val="3773"/>
              </a:lnSpc>
            </a:pPr>
            <a:r>
              <a:rPr lang="en-US" sz="2515">
                <a:solidFill>
                  <a:srgbClr val="373737"/>
                </a:solidFill>
                <a:latin typeface="Public Sans"/>
                <a:ea typeface="Public Sans"/>
                <a:cs typeface="Public Sans"/>
                <a:sym typeface="Public Sans"/>
              </a:rPr>
              <a:t>Memahami konsep ini membantu kita menyelesaikan berbagai masalah yang berkaitan dengan bentuk dan ukuran benda di sekitar kita.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DAHUVBjKsfw</dc:identifier>
  <dcterms:modified xsi:type="dcterms:W3CDTF">2011-08-01T06:04:30Z</dcterms:modified>
  <cp:revision>1</cp:revision>
  <dc:title>PPT BANGUN RUANG</dc:title>
</cp:coreProperties>
</file>